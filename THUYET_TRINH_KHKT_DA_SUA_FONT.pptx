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800" b="1">
                <a:solidFill>
                  <a:srgbClr val="FFFFFF"/>
                </a:solidFill>
              </a:rPr>
              <a:t>Đề tài:</a:t>
            </a:r>
            <a:r>
              <a:rPr lang="vi-VN" sz="1800">
                <a:solidFill>
                  <a:srgbClr val="FFFFFF"/>
                </a:solidFill>
              </a:rPr>
              <a:t> Áp dụng thuật toán chấp nhận trì hoãn vào việc sắp xếp học sinh vào các CLB tương ứng</a:t>
            </a:r>
          </a:p>
          <a:p>
            <a:pPr lvl="0"/>
            <a:r>
              <a:rPr lang="vi-VN" sz="1800" b="1">
                <a:solidFill>
                  <a:srgbClr val="FFFFFF"/>
                </a:solidFill>
              </a:rPr>
              <a:t>Thực hiện bởi:</a:t>
            </a:r>
            <a:r>
              <a:rPr lang="vi-VN" sz="1800">
                <a:solidFill>
                  <a:srgbClr val="FFFFFF"/>
                </a:solidFill>
              </a:rPr>
              <a:t> Nguyễn Phan Văn Trường 11H2 và Lê Hoàng Phương Vi 10H3</a:t>
            </a:r>
          </a:p>
          <a:p>
            <a:pPr lvl="0"/>
            <a:r>
              <a:rPr lang="vi-VN" sz="18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vi-VN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1:</a:t>
            </a:r>
            <a:r>
              <a:rPr lang="vi-VN" sz="3200"/>
              <a:t> Ưu tiên học sinh có thi CLB đó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2:</a:t>
            </a:r>
            <a:r>
              <a:rPr lang="vi-VN" sz="3200"/>
              <a:t> HS không thi thì xếp theo số bốc thăm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Biết rõ mức lấp đầy cụ thể</a:t>
            </a:r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Phân bổ nguyện vọng</a:t>
            </a:r>
            <a:endParaRPr lang="vi-VN" dirty="0"/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Số học sinh cụ thể chưa có chỗ</a:t>
            </a:r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0</a:t>
            </a:r>
            <a:r>
              <a:rPr lang="vi-VN" sz="3200"/>
              <a:t> cặp học sinh và CLB muốn đổi kết quả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/>
              <a:t>Chỉ </a:t>
            </a:r>
            <a:r>
              <a:rPr lang="vi-VN" b="1" sz="3200"/>
              <a:t>1,1%</a:t>
            </a:r>
            <a:r>
              <a:rPr lang="vi-VN" sz="3200"/>
              <a:t> số học sinh có kết quả phụ thuộc bốc thăm</a:t>
            </a:r>
            <a:endParaRPr lang="vi-VN" dirty="0"/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750+</a:t>
            </a:r>
            <a:r>
              <a:rPr lang="vi-VN" sz="3200"/>
              <a:t> chỉ báo trong phần mềm để đảm bảo phần mềm hoạt động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1. Đa dạng các cách lựa chọn buổi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2. Thêm và chỉnh sửa thông số học sinh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3. Song ngữ Anh Việt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