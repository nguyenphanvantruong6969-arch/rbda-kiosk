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1" r:id="rId6"/>
    <p:sldId id="260" r:id="rId7"/>
    <p:sldId id="266" r:id="rId8"/>
    <p:sldId id="262" r:id="rId9"/>
    <p:sldId id="263" r:id="rId10"/>
    <p:sldId id="264" r:id="rId11"/>
    <p:sldId id="265"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vi-VN" sz="1200" b="1">
                <a:solidFill>
                  <a:srgbClr val="1F1F1F"/>
                </a:solidFill>
                <a:latin typeface="Arial"/>
              </a:rPr>
              <a:t>Số học sinh theo nguyện vọng được xếp</a:t>
            </a:r>
          </a:p>
        </c:rich>
      </c:tx>
      <c:overlay val="0"/>
    </c:title>
    <c:autoTitleDeleted val="0"/>
    <c:plotArea>
      <c:layout/>
      <c:barChart>
        <c:barDir val="col"/>
        <c:grouping val="clustered"/>
        <c:varyColors val="1"/>
        <c:ser>
          <c:idx val="0"/>
          <c:order val="0"/>
          <c:tx>
            <c:strRef>
              <c:f>Sheet1!$B$1</c:f>
              <c:strCache>
                <c:ptCount val="1"/>
                <c:pt idx="0">
                  <c:v>Số học sinh</c:v>
                </c:pt>
              </c:strCache>
            </c:strRef>
          </c:tx>
          <c:spPr>
            <a:solidFill>
              <a:srgbClr val="3F6B52"/>
            </a:solidFill>
          </c:spPr>
          <c:invertIfNegative val="1"/>
          <c:dLbls>
            <c:numFmt formatCode="0" sourceLinked="0"/>
            <c:spPr>
              <a:noFill/>
              <a:ln>
                <a:noFill/>
              </a:ln>
              <a:effectLst/>
            </c:spPr>
            <c:txPr>
              <a:bodyPr/>
              <a:lstStyle/>
              <a:p>
                <a:pPr>
                  <a:defRPr sz="1100">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NV 1</c:v>
                </c:pt>
                <c:pt idx="1">
                  <c:v>NV 2</c:v>
                </c:pt>
                <c:pt idx="2">
                  <c:v>NV 3</c:v>
                </c:pt>
                <c:pt idx="3">
                  <c:v>NV 4</c:v>
                </c:pt>
                <c:pt idx="4">
                  <c:v>NV 5</c:v>
                </c:pt>
                <c:pt idx="5">
                  <c:v>NV 6</c:v>
                </c:pt>
              </c:strCache>
            </c:strRef>
          </c:cat>
          <c:val>
            <c:numRef>
              <c:f>Sheet1!$B$2:$B$7</c:f>
              <c:numCache>
                <c:formatCode>General</c:formatCode>
                <c:ptCount val="6"/>
                <c:pt idx="0">
                  <c:v>54</c:v>
                </c:pt>
                <c:pt idx="1">
                  <c:v>46</c:v>
                </c:pt>
                <c:pt idx="2">
                  <c:v>21</c:v>
                </c:pt>
                <c:pt idx="3">
                  <c:v>11</c:v>
                </c:pt>
                <c:pt idx="4">
                  <c:v>7</c:v>
                </c:pt>
                <c:pt idx="5">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6AD-4CAA-8EDC-E7414E52B2A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solidFill>
                  <a:srgbClr val="595959"/>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3E3E3"/>
              </a:solidFill>
            </a:ln>
          </c:spPr>
        </c:majorGridlines>
        <c:numFmt formatCode="General" sourceLinked="1"/>
        <c:majorTickMark val="out"/>
        <c:minorTickMark val="none"/>
        <c:tickLblPos val="nextTo"/>
        <c:spPr>
          <a:ln>
            <a:noFill/>
          </a:ln>
        </c:spPr>
        <c:txPr>
          <a:bodyPr/>
          <a:lstStyle/>
          <a:p>
            <a:pPr>
              <a:defRPr sz="1000">
                <a:solidFill>
                  <a:srgbClr val="595959"/>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031DF7-A598-4BE1-8BBD-413E1E50381D}"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EF391-9EC8-46DA-9374-EF11EAFE716E}" type="slidenum">
              <a:rPr lang="en-US" smtClean="0"/>
              <a:t>‹#›</a:t>
            </a:fld>
            <a:endParaRPr lang="en-US"/>
          </a:p>
        </p:txBody>
      </p:sp>
    </p:spTree>
    <p:extLst>
      <p:ext uri="{BB962C8B-B14F-4D97-AF65-F5344CB8AC3E}">
        <p14:creationId xmlns:p14="http://schemas.microsoft.com/office/powerpoint/2010/main" val="2916366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Bên trái là 6 bước phần mềm tự làm sau khi bấm Chạy sắp xếp. Bên phải giải thích bước 4. Nhấn mạnh chữ giữ tạm: ở vòng 2, Dũng đến sau nhưng điểm cao hơn nên vẫn vào được, Chi bị đẩy ra và nộp tiếp nguyện vọng 2. Bình không thi nên ở Tầng 2, luôn đứng sau các học sinh đã thi. CLB không biết học sinh xếp mình ở nguyện vọng mấy. Nếu bước 4 phát hiện kết quả không ổn định, phần mềm hủy toàn bộ lần chạy. Suất dự trữ: nhà trường có thể dành một số chỗ ở mỗi CLB cho một nhóm, ví dụ học sinh diện chính sách hoặc khối 10. CLB xét nhóm này trước, lấy tối đa bằng số suất dự trữ; sau đó xét chung toàn bộ phần còn lại. Suất dự trữ là mềm: không đủ học sinh thuộc nhóm thì chỗ thừa tự trả lại cho xét chung, CLB không bị trống chỗ.</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Số liệu lấy từ phần mềm, chạy bộ du_lieu_test/bo_sach với hạt giống bốc thăm 42: 140 học sinh, 12 CLB, 150 chỗ, trong đó 16 suất dự trữ. Cả 140 học sinh đều có CLB; 9 trên 12 CLB kín chỗ, còn 10 chỗ trống. 54 học sinh (39%) được nguyện vọng 1. Tỉ lệ nguyện vọng 1 không cao vì bộ này cố ý cho mọi học sinh thi 4 CLB và ghi 6 nguyện vọng, nên nguyện vọng đầu cạnh tranh gắt. Đây là dữ liệu mô phỏng.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góc của slide: góc trên bên trái là ba thông số phần mềm cho biết; dưới bên trái là tỉ lệ lấp đầy từng CLB, phần màu vàng là chỗ vào bằng suất dự trữ; trên bên phải là bảng theo từng CLB với cột Tỉ lệ chọi, bằng số học sinh đăng ký chia cho số chỗ, ví dụ CLB Cờ vua 67 học sinh cho 4 chỗ nên tỉ lệ chọi 16,75; dưới bên phải là số học sinh được nguyện vọng 1, 2, 3 và từ 4 trở lên. Tất cả là dữ liệu mô phỏng.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bên phải là bằng chứng cho hai con số bên trái. Mỗi bộ dữ liệu được chạy lại với 200 hạt giống bốc thăm khác nhau. Không lần nào có cặp phá vỡ. Trên tổng 270 học sinh, chỉ 3 học sinh có lúc có chỗ, có lúc không, tùy lần bốc thăm, tức 1,1%. Lưu ý: số học sinh có thể đổi sang CLB khác khi đổi bốc thăm thì nhiều hơn, nhưng các học sinh đó vẫn luôn có chỗ. Nguồn: du_lieu_test/SO_LIEU_DA_KIEM_CHUNG.md mục 3c, thử tải trong du_lieu_test/thu_tai, và bộ kiểm thử chạy ngày 25/09: 757 bài đều đạt.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AD9C-2787-2D6E-8B3D-7793697BEB78}"/>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vi-VN"/>
              <a:t>Click to edit Master title style</a:t>
            </a:r>
          </a:p>
        </p:txBody>
      </p:sp>
      <p:sp>
        <p:nvSpPr>
          <p:cNvPr id="3" name="Subtitle 2">
            <a:extLst>
              <a:ext uri="{FF2B5EF4-FFF2-40B4-BE49-F238E27FC236}">
                <a16:creationId xmlns:a16="http://schemas.microsoft.com/office/drawing/2014/main" id="{3D7D0FE4-5966-1982-ABC2-9BB4D14643C3}"/>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vi-VN"/>
              <a:t>Click to edit Master subtitle style</a:t>
            </a:r>
          </a:p>
        </p:txBody>
      </p:sp>
      <p:sp>
        <p:nvSpPr>
          <p:cNvPr id="4" name="Date Placeholder 3">
            <a:extLst>
              <a:ext uri="{FF2B5EF4-FFF2-40B4-BE49-F238E27FC236}">
                <a16:creationId xmlns:a16="http://schemas.microsoft.com/office/drawing/2014/main" id="{0FEF36C7-A708-3694-0003-0D489558ECB0}"/>
              </a:ext>
            </a:extLst>
          </p:cNvPr>
          <p:cNvSpPr txBox="1">
            <a:spLocks noGrp="1"/>
          </p:cNvSpPr>
          <p:nvPr>
            <p:ph type="dt" sz="half" idx="7"/>
          </p:nvPr>
        </p:nvSpPr>
        <p:spPr/>
        <p:txBody>
          <a:bodyPr/>
          <a:lstStyle>
            <a:lvl1pPr>
              <a:defRPr/>
            </a:lvl1pPr>
          </a:lstStyle>
          <a:p>
            <a:pPr lvl="0"/>
            <a:fld id="{7AA33932-D5B9-4B57-9B2F-FE62C4F2C626}" type="datetime1">
              <a:rPr lang="vi-VN"/>
              <a:pPr lvl="0"/>
              <a:t>25/09/2026</a:t>
            </a:fld>
            <a:endParaRPr lang="vi-VN"/>
          </a:p>
        </p:txBody>
      </p:sp>
      <p:sp>
        <p:nvSpPr>
          <p:cNvPr id="5" name="Footer Placeholder 4">
            <a:extLst>
              <a:ext uri="{FF2B5EF4-FFF2-40B4-BE49-F238E27FC236}">
                <a16:creationId xmlns:a16="http://schemas.microsoft.com/office/drawing/2014/main" id="{E6620193-8E25-A4D6-D72B-ABE181CEB562}"/>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B4594BEA-4E58-29E5-EBBD-597B3ABB4ECB}"/>
              </a:ext>
            </a:extLst>
          </p:cNvPr>
          <p:cNvSpPr txBox="1">
            <a:spLocks noGrp="1"/>
          </p:cNvSpPr>
          <p:nvPr>
            <p:ph type="sldNum" sz="quarter" idx="8"/>
          </p:nvPr>
        </p:nvSpPr>
        <p:spPr/>
        <p:txBody>
          <a:bodyPr/>
          <a:lstStyle>
            <a:lvl1pPr>
              <a:defRPr/>
            </a:lvl1pPr>
          </a:lstStyle>
          <a:p>
            <a:pPr lvl="0"/>
            <a:fld id="{1611D3C9-163B-45C8-AB9C-2A3CAB77BB11}" type="slidenum">
              <a:t>‹#›</a:t>
            </a:fld>
            <a:endParaRPr lang="vi-VN"/>
          </a:p>
        </p:txBody>
      </p:sp>
    </p:spTree>
    <p:extLst>
      <p:ext uri="{BB962C8B-B14F-4D97-AF65-F5344CB8AC3E}">
        <p14:creationId xmlns:p14="http://schemas.microsoft.com/office/powerpoint/2010/main" val="25951994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D3F74-EB88-3019-8357-4749237C279B}"/>
              </a:ext>
            </a:extLst>
          </p:cNvPr>
          <p:cNvSpPr txBox="1">
            <a:spLocks noGrp="1"/>
          </p:cNvSpPr>
          <p:nvPr>
            <p:ph type="title"/>
          </p:nvPr>
        </p:nvSpPr>
        <p:spPr/>
        <p:txBody>
          <a:bodyPr/>
          <a:lstStyle>
            <a:lvl1pPr>
              <a:defRPr/>
            </a:lvl1pPr>
          </a:lstStyle>
          <a:p>
            <a:pPr lvl="0"/>
            <a:r>
              <a:rPr lang="vi-VN"/>
              <a:t>Click to edit Master title style</a:t>
            </a:r>
          </a:p>
        </p:txBody>
      </p:sp>
      <p:sp>
        <p:nvSpPr>
          <p:cNvPr id="3" name="Content Placeholder 2">
            <a:extLst>
              <a:ext uri="{FF2B5EF4-FFF2-40B4-BE49-F238E27FC236}">
                <a16:creationId xmlns:a16="http://schemas.microsoft.com/office/drawing/2014/main" id="{ED3FBB21-DB38-13C5-09C7-6E4DC5C319E5}"/>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Date Placeholder 3">
            <a:extLst>
              <a:ext uri="{FF2B5EF4-FFF2-40B4-BE49-F238E27FC236}">
                <a16:creationId xmlns:a16="http://schemas.microsoft.com/office/drawing/2014/main" id="{24670BAB-1348-E787-58B5-1E98F6244E15}"/>
              </a:ext>
            </a:extLst>
          </p:cNvPr>
          <p:cNvSpPr txBox="1">
            <a:spLocks noGrp="1"/>
          </p:cNvSpPr>
          <p:nvPr>
            <p:ph type="dt" sz="half" idx="7"/>
          </p:nvPr>
        </p:nvSpPr>
        <p:spPr/>
        <p:txBody>
          <a:bodyPr/>
          <a:lstStyle>
            <a:lvl1pPr>
              <a:defRPr/>
            </a:lvl1pPr>
          </a:lstStyle>
          <a:p>
            <a:pPr lvl="0"/>
            <a:fld id="{BC7BCD62-19D0-4E77-943B-FA0DC0EBA3BF}" type="datetime1">
              <a:rPr lang="vi-VN"/>
              <a:pPr lvl="0"/>
              <a:t>25/09/2026</a:t>
            </a:fld>
            <a:endParaRPr lang="vi-VN"/>
          </a:p>
        </p:txBody>
      </p:sp>
      <p:sp>
        <p:nvSpPr>
          <p:cNvPr id="5" name="Footer Placeholder 4">
            <a:extLst>
              <a:ext uri="{FF2B5EF4-FFF2-40B4-BE49-F238E27FC236}">
                <a16:creationId xmlns:a16="http://schemas.microsoft.com/office/drawing/2014/main" id="{02A5EB2E-1905-3849-F72C-79D58480AA66}"/>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B4702824-422C-C944-C275-0CC94BC2947D}"/>
              </a:ext>
            </a:extLst>
          </p:cNvPr>
          <p:cNvSpPr txBox="1">
            <a:spLocks noGrp="1"/>
          </p:cNvSpPr>
          <p:nvPr>
            <p:ph type="sldNum" sz="quarter" idx="8"/>
          </p:nvPr>
        </p:nvSpPr>
        <p:spPr/>
        <p:txBody>
          <a:bodyPr/>
          <a:lstStyle>
            <a:lvl1pPr>
              <a:defRPr/>
            </a:lvl1pPr>
          </a:lstStyle>
          <a:p>
            <a:pPr lvl="0"/>
            <a:fld id="{F3BE38D4-F8EB-4480-8B24-8A252B1C513F}" type="slidenum">
              <a:t>‹#›</a:t>
            </a:fld>
            <a:endParaRPr lang="vi-VN"/>
          </a:p>
        </p:txBody>
      </p:sp>
    </p:spTree>
    <p:extLst>
      <p:ext uri="{BB962C8B-B14F-4D97-AF65-F5344CB8AC3E}">
        <p14:creationId xmlns:p14="http://schemas.microsoft.com/office/powerpoint/2010/main" val="374297981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BD6E-8463-2108-A308-DABFE7FF818E}"/>
              </a:ext>
            </a:extLst>
          </p:cNvPr>
          <p:cNvSpPr txBox="1">
            <a:spLocks noGrp="1"/>
          </p:cNvSpPr>
          <p:nvPr>
            <p:ph type="title"/>
          </p:nvPr>
        </p:nvSpPr>
        <p:spPr>
          <a:xfrm>
            <a:off x="831847" y="1709735"/>
            <a:ext cx="10515600" cy="2852735"/>
          </a:xfrm>
        </p:spPr>
        <p:txBody>
          <a:bodyPr anchor="b"/>
          <a:lstStyle>
            <a:lvl1pPr>
              <a:defRPr sz="6000"/>
            </a:lvl1pPr>
          </a:lstStyle>
          <a:p>
            <a:pPr lvl="0"/>
            <a:r>
              <a:rPr lang="vi-VN"/>
              <a:t>Click to edit Master title style</a:t>
            </a:r>
          </a:p>
        </p:txBody>
      </p:sp>
      <p:sp>
        <p:nvSpPr>
          <p:cNvPr id="3" name="Text Placeholder 2">
            <a:extLst>
              <a:ext uri="{FF2B5EF4-FFF2-40B4-BE49-F238E27FC236}">
                <a16:creationId xmlns:a16="http://schemas.microsoft.com/office/drawing/2014/main" id="{72A68EF5-2178-2E7B-636E-381B78319BAD}"/>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vi-VN"/>
              <a:t>Click to edit Master text styles</a:t>
            </a:r>
          </a:p>
        </p:txBody>
      </p:sp>
      <p:sp>
        <p:nvSpPr>
          <p:cNvPr id="4" name="Date Placeholder 3">
            <a:extLst>
              <a:ext uri="{FF2B5EF4-FFF2-40B4-BE49-F238E27FC236}">
                <a16:creationId xmlns:a16="http://schemas.microsoft.com/office/drawing/2014/main" id="{D0180FF0-DB69-C9AD-D05E-1A673EAD66FF}"/>
              </a:ext>
            </a:extLst>
          </p:cNvPr>
          <p:cNvSpPr txBox="1">
            <a:spLocks noGrp="1"/>
          </p:cNvSpPr>
          <p:nvPr>
            <p:ph type="dt" sz="half" idx="7"/>
          </p:nvPr>
        </p:nvSpPr>
        <p:spPr/>
        <p:txBody>
          <a:bodyPr/>
          <a:lstStyle>
            <a:lvl1pPr>
              <a:defRPr/>
            </a:lvl1pPr>
          </a:lstStyle>
          <a:p>
            <a:pPr lvl="0"/>
            <a:fld id="{22F8731B-6AE6-4397-96E4-4309FE7F3D37}" type="datetime1">
              <a:rPr lang="vi-VN"/>
              <a:pPr lvl="0"/>
              <a:t>25/09/2026</a:t>
            </a:fld>
            <a:endParaRPr lang="vi-VN"/>
          </a:p>
        </p:txBody>
      </p:sp>
      <p:sp>
        <p:nvSpPr>
          <p:cNvPr id="5" name="Footer Placeholder 4">
            <a:extLst>
              <a:ext uri="{FF2B5EF4-FFF2-40B4-BE49-F238E27FC236}">
                <a16:creationId xmlns:a16="http://schemas.microsoft.com/office/drawing/2014/main" id="{4D56A019-1480-4000-AD3A-BEC2CC1533AE}"/>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963A5F8F-44D8-5A2F-FE92-50ECE7216FC8}"/>
              </a:ext>
            </a:extLst>
          </p:cNvPr>
          <p:cNvSpPr txBox="1">
            <a:spLocks noGrp="1"/>
          </p:cNvSpPr>
          <p:nvPr>
            <p:ph type="sldNum" sz="quarter" idx="8"/>
          </p:nvPr>
        </p:nvSpPr>
        <p:spPr/>
        <p:txBody>
          <a:bodyPr/>
          <a:lstStyle>
            <a:lvl1pPr>
              <a:defRPr/>
            </a:lvl1pPr>
          </a:lstStyle>
          <a:p>
            <a:pPr lvl="0"/>
            <a:fld id="{4EC5464D-FBBE-4D85-BDB1-FE6A8D07E0BF}" type="slidenum">
              <a:t>‹#›</a:t>
            </a:fld>
            <a:endParaRPr lang="vi-VN"/>
          </a:p>
        </p:txBody>
      </p:sp>
    </p:spTree>
    <p:extLst>
      <p:ext uri="{BB962C8B-B14F-4D97-AF65-F5344CB8AC3E}">
        <p14:creationId xmlns:p14="http://schemas.microsoft.com/office/powerpoint/2010/main" val="870953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29671-14EE-0B88-9DB5-7C9AA57400C6}"/>
              </a:ext>
            </a:extLst>
          </p:cNvPr>
          <p:cNvSpPr txBox="1">
            <a:spLocks noGrp="1"/>
          </p:cNvSpPr>
          <p:nvPr>
            <p:ph type="title"/>
          </p:nvPr>
        </p:nvSpPr>
        <p:spPr/>
        <p:txBody>
          <a:bodyPr/>
          <a:lstStyle>
            <a:lvl1pPr>
              <a:defRPr/>
            </a:lvl1pPr>
          </a:lstStyle>
          <a:p>
            <a:pPr lvl="0"/>
            <a:r>
              <a:rPr lang="vi-VN"/>
              <a:t>Click to edit Master title style</a:t>
            </a:r>
          </a:p>
        </p:txBody>
      </p:sp>
      <p:sp>
        <p:nvSpPr>
          <p:cNvPr id="3" name="Content Placeholder 2">
            <a:extLst>
              <a:ext uri="{FF2B5EF4-FFF2-40B4-BE49-F238E27FC236}">
                <a16:creationId xmlns:a16="http://schemas.microsoft.com/office/drawing/2014/main" id="{6C2037BE-2D38-3798-6491-163783D16614}"/>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Content Placeholder 3">
            <a:extLst>
              <a:ext uri="{FF2B5EF4-FFF2-40B4-BE49-F238E27FC236}">
                <a16:creationId xmlns:a16="http://schemas.microsoft.com/office/drawing/2014/main" id="{0736ADA2-800B-3967-3C74-2F28493B3DC1}"/>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5" name="Date Placeholder 4">
            <a:extLst>
              <a:ext uri="{FF2B5EF4-FFF2-40B4-BE49-F238E27FC236}">
                <a16:creationId xmlns:a16="http://schemas.microsoft.com/office/drawing/2014/main" id="{DCD45F2D-8B50-D512-DC6C-6F5899F368DE}"/>
              </a:ext>
            </a:extLst>
          </p:cNvPr>
          <p:cNvSpPr txBox="1">
            <a:spLocks noGrp="1"/>
          </p:cNvSpPr>
          <p:nvPr>
            <p:ph type="dt" sz="half" idx="7"/>
          </p:nvPr>
        </p:nvSpPr>
        <p:spPr/>
        <p:txBody>
          <a:bodyPr/>
          <a:lstStyle>
            <a:lvl1pPr>
              <a:defRPr/>
            </a:lvl1pPr>
          </a:lstStyle>
          <a:p>
            <a:pPr lvl="0"/>
            <a:fld id="{DF937529-2119-4D4A-A075-9F8CB5AADCC7}" type="datetime1">
              <a:rPr lang="vi-VN"/>
              <a:pPr lvl="0"/>
              <a:t>25/09/2026</a:t>
            </a:fld>
            <a:endParaRPr lang="vi-VN"/>
          </a:p>
        </p:txBody>
      </p:sp>
      <p:sp>
        <p:nvSpPr>
          <p:cNvPr id="6" name="Footer Placeholder 5">
            <a:extLst>
              <a:ext uri="{FF2B5EF4-FFF2-40B4-BE49-F238E27FC236}">
                <a16:creationId xmlns:a16="http://schemas.microsoft.com/office/drawing/2014/main" id="{EDC95C15-221D-5F25-9701-6A18AFC4BEC6}"/>
              </a:ext>
            </a:extLst>
          </p:cNvPr>
          <p:cNvSpPr txBox="1">
            <a:spLocks noGrp="1"/>
          </p:cNvSpPr>
          <p:nvPr>
            <p:ph type="ftr" sz="quarter" idx="9"/>
          </p:nvPr>
        </p:nvSpPr>
        <p:spPr/>
        <p:txBody>
          <a:bodyPr/>
          <a:lstStyle>
            <a:lvl1pPr>
              <a:defRPr/>
            </a:lvl1pPr>
          </a:lstStyle>
          <a:p>
            <a:pPr lvl="0"/>
            <a:endParaRPr lang="vi-VN"/>
          </a:p>
        </p:txBody>
      </p:sp>
      <p:sp>
        <p:nvSpPr>
          <p:cNvPr id="7" name="Slide Number Placeholder 6">
            <a:extLst>
              <a:ext uri="{FF2B5EF4-FFF2-40B4-BE49-F238E27FC236}">
                <a16:creationId xmlns:a16="http://schemas.microsoft.com/office/drawing/2014/main" id="{EA6B3256-DC40-4573-D650-311D05E6AA04}"/>
              </a:ext>
            </a:extLst>
          </p:cNvPr>
          <p:cNvSpPr txBox="1">
            <a:spLocks noGrp="1"/>
          </p:cNvSpPr>
          <p:nvPr>
            <p:ph type="sldNum" sz="quarter" idx="8"/>
          </p:nvPr>
        </p:nvSpPr>
        <p:spPr/>
        <p:txBody>
          <a:bodyPr/>
          <a:lstStyle>
            <a:lvl1pPr>
              <a:defRPr/>
            </a:lvl1pPr>
          </a:lstStyle>
          <a:p>
            <a:pPr lvl="0"/>
            <a:fld id="{455D440D-50D9-459B-A8BA-706E20E9A62A}" type="slidenum">
              <a:t>‹#›</a:t>
            </a:fld>
            <a:endParaRPr lang="vi-VN"/>
          </a:p>
        </p:txBody>
      </p:sp>
    </p:spTree>
    <p:extLst>
      <p:ext uri="{BB962C8B-B14F-4D97-AF65-F5344CB8AC3E}">
        <p14:creationId xmlns:p14="http://schemas.microsoft.com/office/powerpoint/2010/main" val="3102426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DCA59-D089-4486-FB02-4D89E1A3148C}"/>
              </a:ext>
            </a:extLst>
          </p:cNvPr>
          <p:cNvSpPr txBox="1">
            <a:spLocks noGrp="1"/>
          </p:cNvSpPr>
          <p:nvPr>
            <p:ph type="title"/>
          </p:nvPr>
        </p:nvSpPr>
        <p:spPr>
          <a:xfrm>
            <a:off x="839784" y="365129"/>
            <a:ext cx="10515600" cy="1325559"/>
          </a:xfrm>
        </p:spPr>
        <p:txBody>
          <a:bodyPr/>
          <a:lstStyle>
            <a:lvl1pPr>
              <a:defRPr/>
            </a:lvl1pPr>
          </a:lstStyle>
          <a:p>
            <a:pPr lvl="0"/>
            <a:r>
              <a:rPr lang="vi-VN"/>
              <a:t>Click to edit Master title style</a:t>
            </a:r>
          </a:p>
        </p:txBody>
      </p:sp>
      <p:sp>
        <p:nvSpPr>
          <p:cNvPr id="3" name="Text Placeholder 2">
            <a:extLst>
              <a:ext uri="{FF2B5EF4-FFF2-40B4-BE49-F238E27FC236}">
                <a16:creationId xmlns:a16="http://schemas.microsoft.com/office/drawing/2014/main" id="{5948C157-5BBF-A8AF-65D2-2673ED156FFD}"/>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vi-VN"/>
              <a:t>Click to edit Master text styles</a:t>
            </a:r>
          </a:p>
        </p:txBody>
      </p:sp>
      <p:sp>
        <p:nvSpPr>
          <p:cNvPr id="4" name="Content Placeholder 3">
            <a:extLst>
              <a:ext uri="{FF2B5EF4-FFF2-40B4-BE49-F238E27FC236}">
                <a16:creationId xmlns:a16="http://schemas.microsoft.com/office/drawing/2014/main" id="{0AF6AB63-8845-B446-F503-699E797DAC7A}"/>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5" name="Text Placeholder 4">
            <a:extLst>
              <a:ext uri="{FF2B5EF4-FFF2-40B4-BE49-F238E27FC236}">
                <a16:creationId xmlns:a16="http://schemas.microsoft.com/office/drawing/2014/main" id="{08F55D53-AC1F-A4CA-8ADF-09CE09C97BEF}"/>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vi-VN"/>
              <a:t>Click to edit Master text styles</a:t>
            </a:r>
          </a:p>
        </p:txBody>
      </p:sp>
      <p:sp>
        <p:nvSpPr>
          <p:cNvPr id="6" name="Content Placeholder 5">
            <a:extLst>
              <a:ext uri="{FF2B5EF4-FFF2-40B4-BE49-F238E27FC236}">
                <a16:creationId xmlns:a16="http://schemas.microsoft.com/office/drawing/2014/main" id="{276CB8F5-19C6-CDA5-12A5-06845A49B29A}"/>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7" name="Date Placeholder 6">
            <a:extLst>
              <a:ext uri="{FF2B5EF4-FFF2-40B4-BE49-F238E27FC236}">
                <a16:creationId xmlns:a16="http://schemas.microsoft.com/office/drawing/2014/main" id="{8CDFA0AE-25C5-5ADE-A5E6-05B15BF777BD}"/>
              </a:ext>
            </a:extLst>
          </p:cNvPr>
          <p:cNvSpPr txBox="1">
            <a:spLocks noGrp="1"/>
          </p:cNvSpPr>
          <p:nvPr>
            <p:ph type="dt" sz="half" idx="7"/>
          </p:nvPr>
        </p:nvSpPr>
        <p:spPr/>
        <p:txBody>
          <a:bodyPr/>
          <a:lstStyle>
            <a:lvl1pPr>
              <a:defRPr/>
            </a:lvl1pPr>
          </a:lstStyle>
          <a:p>
            <a:pPr lvl="0"/>
            <a:fld id="{C03B2482-B273-4E34-AC74-7799B9C714FF}" type="datetime1">
              <a:rPr lang="vi-VN"/>
              <a:pPr lvl="0"/>
              <a:t>25/09/2026</a:t>
            </a:fld>
            <a:endParaRPr lang="vi-VN"/>
          </a:p>
        </p:txBody>
      </p:sp>
      <p:sp>
        <p:nvSpPr>
          <p:cNvPr id="8" name="Footer Placeholder 7">
            <a:extLst>
              <a:ext uri="{FF2B5EF4-FFF2-40B4-BE49-F238E27FC236}">
                <a16:creationId xmlns:a16="http://schemas.microsoft.com/office/drawing/2014/main" id="{B6E3F72A-5F6C-2EE8-5A3B-8C40D85059CC}"/>
              </a:ext>
            </a:extLst>
          </p:cNvPr>
          <p:cNvSpPr txBox="1">
            <a:spLocks noGrp="1"/>
          </p:cNvSpPr>
          <p:nvPr>
            <p:ph type="ftr" sz="quarter" idx="9"/>
          </p:nvPr>
        </p:nvSpPr>
        <p:spPr/>
        <p:txBody>
          <a:bodyPr/>
          <a:lstStyle>
            <a:lvl1pPr>
              <a:defRPr/>
            </a:lvl1pPr>
          </a:lstStyle>
          <a:p>
            <a:pPr lvl="0"/>
            <a:endParaRPr lang="vi-VN"/>
          </a:p>
        </p:txBody>
      </p:sp>
      <p:sp>
        <p:nvSpPr>
          <p:cNvPr id="9" name="Slide Number Placeholder 8">
            <a:extLst>
              <a:ext uri="{FF2B5EF4-FFF2-40B4-BE49-F238E27FC236}">
                <a16:creationId xmlns:a16="http://schemas.microsoft.com/office/drawing/2014/main" id="{653BC94F-3021-B65E-B64C-9B163BF71AFF}"/>
              </a:ext>
            </a:extLst>
          </p:cNvPr>
          <p:cNvSpPr txBox="1">
            <a:spLocks noGrp="1"/>
          </p:cNvSpPr>
          <p:nvPr>
            <p:ph type="sldNum" sz="quarter" idx="8"/>
          </p:nvPr>
        </p:nvSpPr>
        <p:spPr/>
        <p:txBody>
          <a:bodyPr/>
          <a:lstStyle>
            <a:lvl1pPr>
              <a:defRPr/>
            </a:lvl1pPr>
          </a:lstStyle>
          <a:p>
            <a:pPr lvl="0"/>
            <a:fld id="{152B660B-1FAE-466C-9650-736EF6645B73}" type="slidenum">
              <a:t>‹#›</a:t>
            </a:fld>
            <a:endParaRPr lang="vi-VN"/>
          </a:p>
        </p:txBody>
      </p:sp>
    </p:spTree>
    <p:extLst>
      <p:ext uri="{BB962C8B-B14F-4D97-AF65-F5344CB8AC3E}">
        <p14:creationId xmlns:p14="http://schemas.microsoft.com/office/powerpoint/2010/main" val="3179383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B3AA1-6C35-862B-90DB-D4824F584AD4}"/>
              </a:ext>
            </a:extLst>
          </p:cNvPr>
          <p:cNvSpPr txBox="1">
            <a:spLocks noGrp="1"/>
          </p:cNvSpPr>
          <p:nvPr>
            <p:ph type="title"/>
          </p:nvPr>
        </p:nvSpPr>
        <p:spPr/>
        <p:txBody>
          <a:bodyPr/>
          <a:lstStyle>
            <a:lvl1pPr>
              <a:defRPr/>
            </a:lvl1pPr>
          </a:lstStyle>
          <a:p>
            <a:pPr lvl="0"/>
            <a:r>
              <a:rPr lang="vi-VN"/>
              <a:t>Click to edit Master title style</a:t>
            </a:r>
          </a:p>
        </p:txBody>
      </p:sp>
      <p:sp>
        <p:nvSpPr>
          <p:cNvPr id="3" name="Date Placeholder 2">
            <a:extLst>
              <a:ext uri="{FF2B5EF4-FFF2-40B4-BE49-F238E27FC236}">
                <a16:creationId xmlns:a16="http://schemas.microsoft.com/office/drawing/2014/main" id="{F2FB3636-4B99-182E-BC02-5B4362B1EBB4}"/>
              </a:ext>
            </a:extLst>
          </p:cNvPr>
          <p:cNvSpPr txBox="1">
            <a:spLocks noGrp="1"/>
          </p:cNvSpPr>
          <p:nvPr>
            <p:ph type="dt" sz="half" idx="7"/>
          </p:nvPr>
        </p:nvSpPr>
        <p:spPr/>
        <p:txBody>
          <a:bodyPr/>
          <a:lstStyle>
            <a:lvl1pPr>
              <a:defRPr/>
            </a:lvl1pPr>
          </a:lstStyle>
          <a:p>
            <a:pPr lvl="0"/>
            <a:fld id="{474D79C0-10C1-4697-AA7B-3901AB52AB50}" type="datetime1">
              <a:rPr lang="vi-VN"/>
              <a:pPr lvl="0"/>
              <a:t>25/09/2026</a:t>
            </a:fld>
            <a:endParaRPr lang="vi-VN"/>
          </a:p>
        </p:txBody>
      </p:sp>
      <p:sp>
        <p:nvSpPr>
          <p:cNvPr id="4" name="Footer Placeholder 3">
            <a:extLst>
              <a:ext uri="{FF2B5EF4-FFF2-40B4-BE49-F238E27FC236}">
                <a16:creationId xmlns:a16="http://schemas.microsoft.com/office/drawing/2014/main" id="{E0204D86-BC2B-4113-D68B-C1EA4AA3A383}"/>
              </a:ext>
            </a:extLst>
          </p:cNvPr>
          <p:cNvSpPr txBox="1">
            <a:spLocks noGrp="1"/>
          </p:cNvSpPr>
          <p:nvPr>
            <p:ph type="ftr" sz="quarter" idx="9"/>
          </p:nvPr>
        </p:nvSpPr>
        <p:spPr/>
        <p:txBody>
          <a:bodyPr/>
          <a:lstStyle>
            <a:lvl1pPr>
              <a:defRPr/>
            </a:lvl1pPr>
          </a:lstStyle>
          <a:p>
            <a:pPr lvl="0"/>
            <a:endParaRPr lang="vi-VN"/>
          </a:p>
        </p:txBody>
      </p:sp>
      <p:sp>
        <p:nvSpPr>
          <p:cNvPr id="5" name="Slide Number Placeholder 4">
            <a:extLst>
              <a:ext uri="{FF2B5EF4-FFF2-40B4-BE49-F238E27FC236}">
                <a16:creationId xmlns:a16="http://schemas.microsoft.com/office/drawing/2014/main" id="{DA7DBB56-BD8B-B20A-FCAE-9566D577CF9E}"/>
              </a:ext>
            </a:extLst>
          </p:cNvPr>
          <p:cNvSpPr txBox="1">
            <a:spLocks noGrp="1"/>
          </p:cNvSpPr>
          <p:nvPr>
            <p:ph type="sldNum" sz="quarter" idx="8"/>
          </p:nvPr>
        </p:nvSpPr>
        <p:spPr/>
        <p:txBody>
          <a:bodyPr/>
          <a:lstStyle>
            <a:lvl1pPr>
              <a:defRPr/>
            </a:lvl1pPr>
          </a:lstStyle>
          <a:p>
            <a:pPr lvl="0"/>
            <a:fld id="{DCD8200D-34A1-4CE8-8BCB-C5A6F917DB90}" type="slidenum">
              <a:t>‹#›</a:t>
            </a:fld>
            <a:endParaRPr lang="vi-VN"/>
          </a:p>
        </p:txBody>
      </p:sp>
    </p:spTree>
    <p:extLst>
      <p:ext uri="{BB962C8B-B14F-4D97-AF65-F5344CB8AC3E}">
        <p14:creationId xmlns:p14="http://schemas.microsoft.com/office/powerpoint/2010/main" val="285283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4B2E18-D73B-DD7B-5068-22ECFF345608}"/>
              </a:ext>
            </a:extLst>
          </p:cNvPr>
          <p:cNvSpPr txBox="1">
            <a:spLocks noGrp="1"/>
          </p:cNvSpPr>
          <p:nvPr>
            <p:ph type="dt" sz="half" idx="7"/>
          </p:nvPr>
        </p:nvSpPr>
        <p:spPr/>
        <p:txBody>
          <a:bodyPr/>
          <a:lstStyle>
            <a:lvl1pPr>
              <a:defRPr/>
            </a:lvl1pPr>
          </a:lstStyle>
          <a:p>
            <a:pPr lvl="0"/>
            <a:fld id="{BDC194AB-0501-47B8-819C-171406D01325}" type="datetime1">
              <a:rPr lang="vi-VN"/>
              <a:pPr lvl="0"/>
              <a:t>25/09/2026</a:t>
            </a:fld>
            <a:endParaRPr lang="vi-VN"/>
          </a:p>
        </p:txBody>
      </p:sp>
      <p:sp>
        <p:nvSpPr>
          <p:cNvPr id="3" name="Footer Placeholder 2">
            <a:extLst>
              <a:ext uri="{FF2B5EF4-FFF2-40B4-BE49-F238E27FC236}">
                <a16:creationId xmlns:a16="http://schemas.microsoft.com/office/drawing/2014/main" id="{5CDF026D-AFBE-2B6B-DA18-08CF2644F8FC}"/>
              </a:ext>
            </a:extLst>
          </p:cNvPr>
          <p:cNvSpPr txBox="1">
            <a:spLocks noGrp="1"/>
          </p:cNvSpPr>
          <p:nvPr>
            <p:ph type="ftr" sz="quarter" idx="9"/>
          </p:nvPr>
        </p:nvSpPr>
        <p:spPr/>
        <p:txBody>
          <a:bodyPr/>
          <a:lstStyle>
            <a:lvl1pPr>
              <a:defRPr/>
            </a:lvl1pPr>
          </a:lstStyle>
          <a:p>
            <a:pPr lvl="0"/>
            <a:endParaRPr lang="vi-VN"/>
          </a:p>
        </p:txBody>
      </p:sp>
      <p:sp>
        <p:nvSpPr>
          <p:cNvPr id="4" name="Slide Number Placeholder 3">
            <a:extLst>
              <a:ext uri="{FF2B5EF4-FFF2-40B4-BE49-F238E27FC236}">
                <a16:creationId xmlns:a16="http://schemas.microsoft.com/office/drawing/2014/main" id="{BCF3C4C5-54C7-3F98-515D-AECFA030D318}"/>
              </a:ext>
            </a:extLst>
          </p:cNvPr>
          <p:cNvSpPr txBox="1">
            <a:spLocks noGrp="1"/>
          </p:cNvSpPr>
          <p:nvPr>
            <p:ph type="sldNum" sz="quarter" idx="8"/>
          </p:nvPr>
        </p:nvSpPr>
        <p:spPr/>
        <p:txBody>
          <a:bodyPr/>
          <a:lstStyle>
            <a:lvl1pPr>
              <a:defRPr/>
            </a:lvl1pPr>
          </a:lstStyle>
          <a:p>
            <a:pPr lvl="0"/>
            <a:fld id="{E1F2D42B-3B99-40DF-8922-3D95E477EE53}" type="slidenum">
              <a:t>‹#›</a:t>
            </a:fld>
            <a:endParaRPr lang="vi-VN"/>
          </a:p>
        </p:txBody>
      </p:sp>
    </p:spTree>
    <p:extLst>
      <p:ext uri="{BB962C8B-B14F-4D97-AF65-F5344CB8AC3E}">
        <p14:creationId xmlns:p14="http://schemas.microsoft.com/office/powerpoint/2010/main" val="165744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23E50-798E-7039-C01A-F5746E141589}"/>
              </a:ext>
            </a:extLst>
          </p:cNvPr>
          <p:cNvSpPr txBox="1">
            <a:spLocks noGrp="1"/>
          </p:cNvSpPr>
          <p:nvPr>
            <p:ph type="title"/>
          </p:nvPr>
        </p:nvSpPr>
        <p:spPr>
          <a:xfrm>
            <a:off x="839784" y="457200"/>
            <a:ext cx="3932240" cy="1600200"/>
          </a:xfrm>
        </p:spPr>
        <p:txBody>
          <a:bodyPr anchor="b"/>
          <a:lstStyle>
            <a:lvl1pPr>
              <a:defRPr sz="3200"/>
            </a:lvl1pPr>
          </a:lstStyle>
          <a:p>
            <a:pPr lvl="0"/>
            <a:r>
              <a:rPr lang="vi-VN"/>
              <a:t>Click to edit Master title style</a:t>
            </a:r>
          </a:p>
        </p:txBody>
      </p:sp>
      <p:sp>
        <p:nvSpPr>
          <p:cNvPr id="3" name="Content Placeholder 2">
            <a:extLst>
              <a:ext uri="{FF2B5EF4-FFF2-40B4-BE49-F238E27FC236}">
                <a16:creationId xmlns:a16="http://schemas.microsoft.com/office/drawing/2014/main" id="{36CA8CA6-336F-16E3-A0CF-D6759B0FC4C0}"/>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Text Placeholder 3">
            <a:extLst>
              <a:ext uri="{FF2B5EF4-FFF2-40B4-BE49-F238E27FC236}">
                <a16:creationId xmlns:a16="http://schemas.microsoft.com/office/drawing/2014/main" id="{BA500C06-773B-60A8-15B7-A673A8A2220B}"/>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vi-VN"/>
              <a:t>Click to edit Master text styles</a:t>
            </a:r>
          </a:p>
        </p:txBody>
      </p:sp>
      <p:sp>
        <p:nvSpPr>
          <p:cNvPr id="5" name="Date Placeholder 4">
            <a:extLst>
              <a:ext uri="{FF2B5EF4-FFF2-40B4-BE49-F238E27FC236}">
                <a16:creationId xmlns:a16="http://schemas.microsoft.com/office/drawing/2014/main" id="{143F7364-754A-69EB-9362-16F3ADE85D28}"/>
              </a:ext>
            </a:extLst>
          </p:cNvPr>
          <p:cNvSpPr txBox="1">
            <a:spLocks noGrp="1"/>
          </p:cNvSpPr>
          <p:nvPr>
            <p:ph type="dt" sz="half" idx="7"/>
          </p:nvPr>
        </p:nvSpPr>
        <p:spPr/>
        <p:txBody>
          <a:bodyPr/>
          <a:lstStyle>
            <a:lvl1pPr>
              <a:defRPr/>
            </a:lvl1pPr>
          </a:lstStyle>
          <a:p>
            <a:pPr lvl="0"/>
            <a:fld id="{D74B0DAC-5760-4BA2-849E-1CE31FC71832}" type="datetime1">
              <a:rPr lang="vi-VN"/>
              <a:pPr lvl="0"/>
              <a:t>25/09/2026</a:t>
            </a:fld>
            <a:endParaRPr lang="vi-VN"/>
          </a:p>
        </p:txBody>
      </p:sp>
      <p:sp>
        <p:nvSpPr>
          <p:cNvPr id="6" name="Footer Placeholder 5">
            <a:extLst>
              <a:ext uri="{FF2B5EF4-FFF2-40B4-BE49-F238E27FC236}">
                <a16:creationId xmlns:a16="http://schemas.microsoft.com/office/drawing/2014/main" id="{5B7B582A-14D7-E875-127E-2F7E9FC61B9D}"/>
              </a:ext>
            </a:extLst>
          </p:cNvPr>
          <p:cNvSpPr txBox="1">
            <a:spLocks noGrp="1"/>
          </p:cNvSpPr>
          <p:nvPr>
            <p:ph type="ftr" sz="quarter" idx="9"/>
          </p:nvPr>
        </p:nvSpPr>
        <p:spPr/>
        <p:txBody>
          <a:bodyPr/>
          <a:lstStyle>
            <a:lvl1pPr>
              <a:defRPr/>
            </a:lvl1pPr>
          </a:lstStyle>
          <a:p>
            <a:pPr lvl="0"/>
            <a:endParaRPr lang="vi-VN"/>
          </a:p>
        </p:txBody>
      </p:sp>
      <p:sp>
        <p:nvSpPr>
          <p:cNvPr id="7" name="Slide Number Placeholder 6">
            <a:extLst>
              <a:ext uri="{FF2B5EF4-FFF2-40B4-BE49-F238E27FC236}">
                <a16:creationId xmlns:a16="http://schemas.microsoft.com/office/drawing/2014/main" id="{679C82A0-8A99-30FA-F63A-A273BE497D9E}"/>
              </a:ext>
            </a:extLst>
          </p:cNvPr>
          <p:cNvSpPr txBox="1">
            <a:spLocks noGrp="1"/>
          </p:cNvSpPr>
          <p:nvPr>
            <p:ph type="sldNum" sz="quarter" idx="8"/>
          </p:nvPr>
        </p:nvSpPr>
        <p:spPr/>
        <p:txBody>
          <a:bodyPr/>
          <a:lstStyle>
            <a:lvl1pPr>
              <a:defRPr/>
            </a:lvl1pPr>
          </a:lstStyle>
          <a:p>
            <a:pPr lvl="0"/>
            <a:fld id="{B7B09102-E7D3-49F5-9AB3-848082E94E0B}" type="slidenum">
              <a:t>‹#›</a:t>
            </a:fld>
            <a:endParaRPr lang="vi-VN"/>
          </a:p>
        </p:txBody>
      </p:sp>
    </p:spTree>
    <p:extLst>
      <p:ext uri="{BB962C8B-B14F-4D97-AF65-F5344CB8AC3E}">
        <p14:creationId xmlns:p14="http://schemas.microsoft.com/office/powerpoint/2010/main" val="2155316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6357-95CB-4203-58D7-EA6B894F54D7}"/>
              </a:ext>
            </a:extLst>
          </p:cNvPr>
          <p:cNvSpPr txBox="1">
            <a:spLocks noGrp="1"/>
          </p:cNvSpPr>
          <p:nvPr>
            <p:ph type="title"/>
          </p:nvPr>
        </p:nvSpPr>
        <p:spPr>
          <a:xfrm>
            <a:off x="839784" y="457200"/>
            <a:ext cx="3932240" cy="1600200"/>
          </a:xfrm>
        </p:spPr>
        <p:txBody>
          <a:bodyPr anchor="b"/>
          <a:lstStyle>
            <a:lvl1pPr>
              <a:defRPr sz="3200"/>
            </a:lvl1pPr>
          </a:lstStyle>
          <a:p>
            <a:pPr lvl="0"/>
            <a:r>
              <a:rPr lang="vi-VN"/>
              <a:t>Click to edit Master title style</a:t>
            </a:r>
          </a:p>
        </p:txBody>
      </p:sp>
      <p:sp>
        <p:nvSpPr>
          <p:cNvPr id="3" name="Picture Placeholder 2">
            <a:extLst>
              <a:ext uri="{FF2B5EF4-FFF2-40B4-BE49-F238E27FC236}">
                <a16:creationId xmlns:a16="http://schemas.microsoft.com/office/drawing/2014/main" id="{713FF128-D087-5B95-92C3-E231F95387FA}"/>
              </a:ext>
            </a:extLst>
          </p:cNvPr>
          <p:cNvSpPr txBox="1">
            <a:spLocks noGrp="1"/>
          </p:cNvSpPr>
          <p:nvPr>
            <p:ph type="pic" idx="1"/>
          </p:nvPr>
        </p:nvSpPr>
        <p:spPr>
          <a:xfrm>
            <a:off x="5183184" y="987423"/>
            <a:ext cx="6172200" cy="4873623"/>
          </a:xfrm>
        </p:spPr>
        <p:txBody>
          <a:bodyPr/>
          <a:lstStyle>
            <a:lvl1pPr marL="0" indent="0">
              <a:buNone/>
              <a:defRPr sz="3200"/>
            </a:lvl1pPr>
          </a:lstStyle>
          <a:p>
            <a:pPr lvl="0"/>
            <a:endParaRPr lang="vi-VN"/>
          </a:p>
        </p:txBody>
      </p:sp>
      <p:sp>
        <p:nvSpPr>
          <p:cNvPr id="4" name="Text Placeholder 3">
            <a:extLst>
              <a:ext uri="{FF2B5EF4-FFF2-40B4-BE49-F238E27FC236}">
                <a16:creationId xmlns:a16="http://schemas.microsoft.com/office/drawing/2014/main" id="{0E9C6F52-15E7-91B3-30B0-82CFA5FDF961}"/>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vi-VN"/>
              <a:t>Click to edit Master text styles</a:t>
            </a:r>
          </a:p>
        </p:txBody>
      </p:sp>
      <p:sp>
        <p:nvSpPr>
          <p:cNvPr id="5" name="Date Placeholder 4">
            <a:extLst>
              <a:ext uri="{FF2B5EF4-FFF2-40B4-BE49-F238E27FC236}">
                <a16:creationId xmlns:a16="http://schemas.microsoft.com/office/drawing/2014/main" id="{9A5C8C7B-5143-C86F-B6A3-4CA72E3042EF}"/>
              </a:ext>
            </a:extLst>
          </p:cNvPr>
          <p:cNvSpPr txBox="1">
            <a:spLocks noGrp="1"/>
          </p:cNvSpPr>
          <p:nvPr>
            <p:ph type="dt" sz="half" idx="7"/>
          </p:nvPr>
        </p:nvSpPr>
        <p:spPr/>
        <p:txBody>
          <a:bodyPr/>
          <a:lstStyle>
            <a:lvl1pPr>
              <a:defRPr/>
            </a:lvl1pPr>
          </a:lstStyle>
          <a:p>
            <a:pPr lvl="0"/>
            <a:fld id="{F6D8F105-1F3A-4B1F-A93B-D14C0903D25D}" type="datetime1">
              <a:rPr lang="vi-VN"/>
              <a:pPr lvl="0"/>
              <a:t>25/09/2026</a:t>
            </a:fld>
            <a:endParaRPr lang="vi-VN"/>
          </a:p>
        </p:txBody>
      </p:sp>
      <p:sp>
        <p:nvSpPr>
          <p:cNvPr id="6" name="Footer Placeholder 5">
            <a:extLst>
              <a:ext uri="{FF2B5EF4-FFF2-40B4-BE49-F238E27FC236}">
                <a16:creationId xmlns:a16="http://schemas.microsoft.com/office/drawing/2014/main" id="{ED8227A6-82CE-9896-90DF-74770AAD96DE}"/>
              </a:ext>
            </a:extLst>
          </p:cNvPr>
          <p:cNvSpPr txBox="1">
            <a:spLocks noGrp="1"/>
          </p:cNvSpPr>
          <p:nvPr>
            <p:ph type="ftr" sz="quarter" idx="9"/>
          </p:nvPr>
        </p:nvSpPr>
        <p:spPr/>
        <p:txBody>
          <a:bodyPr/>
          <a:lstStyle>
            <a:lvl1pPr>
              <a:defRPr/>
            </a:lvl1pPr>
          </a:lstStyle>
          <a:p>
            <a:pPr lvl="0"/>
            <a:endParaRPr lang="vi-VN"/>
          </a:p>
        </p:txBody>
      </p:sp>
      <p:sp>
        <p:nvSpPr>
          <p:cNvPr id="7" name="Slide Number Placeholder 6">
            <a:extLst>
              <a:ext uri="{FF2B5EF4-FFF2-40B4-BE49-F238E27FC236}">
                <a16:creationId xmlns:a16="http://schemas.microsoft.com/office/drawing/2014/main" id="{AEEEE5DB-F3EC-D5D3-F303-3B9E4E41E815}"/>
              </a:ext>
            </a:extLst>
          </p:cNvPr>
          <p:cNvSpPr txBox="1">
            <a:spLocks noGrp="1"/>
          </p:cNvSpPr>
          <p:nvPr>
            <p:ph type="sldNum" sz="quarter" idx="8"/>
          </p:nvPr>
        </p:nvSpPr>
        <p:spPr/>
        <p:txBody>
          <a:bodyPr/>
          <a:lstStyle>
            <a:lvl1pPr>
              <a:defRPr/>
            </a:lvl1pPr>
          </a:lstStyle>
          <a:p>
            <a:pPr lvl="0"/>
            <a:fld id="{925787F0-B305-4ABC-8A37-5B325F70BB92}" type="slidenum">
              <a:t>‹#›</a:t>
            </a:fld>
            <a:endParaRPr lang="vi-VN"/>
          </a:p>
        </p:txBody>
      </p:sp>
    </p:spTree>
    <p:extLst>
      <p:ext uri="{BB962C8B-B14F-4D97-AF65-F5344CB8AC3E}">
        <p14:creationId xmlns:p14="http://schemas.microsoft.com/office/powerpoint/2010/main" val="737364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0A9BC-F1AD-1647-C772-ECCA1D2AADEC}"/>
              </a:ext>
            </a:extLst>
          </p:cNvPr>
          <p:cNvSpPr txBox="1">
            <a:spLocks noGrp="1"/>
          </p:cNvSpPr>
          <p:nvPr>
            <p:ph type="title"/>
          </p:nvPr>
        </p:nvSpPr>
        <p:spPr/>
        <p:txBody>
          <a:bodyPr/>
          <a:lstStyle>
            <a:lvl1pPr>
              <a:defRPr/>
            </a:lvl1pPr>
          </a:lstStyle>
          <a:p>
            <a:pPr lvl="0"/>
            <a:r>
              <a:rPr lang="vi-VN"/>
              <a:t>Click to edit Master title style</a:t>
            </a:r>
          </a:p>
        </p:txBody>
      </p:sp>
      <p:sp>
        <p:nvSpPr>
          <p:cNvPr id="3" name="Vertical Text Placeholder 2">
            <a:extLst>
              <a:ext uri="{FF2B5EF4-FFF2-40B4-BE49-F238E27FC236}">
                <a16:creationId xmlns:a16="http://schemas.microsoft.com/office/drawing/2014/main" id="{53FD52B0-09B0-0E65-5FEB-B3A983AD9517}"/>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Date Placeholder 3">
            <a:extLst>
              <a:ext uri="{FF2B5EF4-FFF2-40B4-BE49-F238E27FC236}">
                <a16:creationId xmlns:a16="http://schemas.microsoft.com/office/drawing/2014/main" id="{35F284CC-1708-9C9D-1EAB-50697C493CDF}"/>
              </a:ext>
            </a:extLst>
          </p:cNvPr>
          <p:cNvSpPr txBox="1">
            <a:spLocks noGrp="1"/>
          </p:cNvSpPr>
          <p:nvPr>
            <p:ph type="dt" sz="half" idx="7"/>
          </p:nvPr>
        </p:nvSpPr>
        <p:spPr/>
        <p:txBody>
          <a:bodyPr/>
          <a:lstStyle>
            <a:lvl1pPr>
              <a:defRPr/>
            </a:lvl1pPr>
          </a:lstStyle>
          <a:p>
            <a:pPr lvl="0"/>
            <a:fld id="{78B4C40A-811F-4F22-A37C-05332F897169}" type="datetime1">
              <a:rPr lang="vi-VN"/>
              <a:pPr lvl="0"/>
              <a:t>25/09/2026</a:t>
            </a:fld>
            <a:endParaRPr lang="vi-VN"/>
          </a:p>
        </p:txBody>
      </p:sp>
      <p:sp>
        <p:nvSpPr>
          <p:cNvPr id="5" name="Footer Placeholder 4">
            <a:extLst>
              <a:ext uri="{FF2B5EF4-FFF2-40B4-BE49-F238E27FC236}">
                <a16:creationId xmlns:a16="http://schemas.microsoft.com/office/drawing/2014/main" id="{A96F8A3E-E307-F991-99F1-99A2E1BAEF74}"/>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147D4024-2D46-27B0-D701-92461CFCBB77}"/>
              </a:ext>
            </a:extLst>
          </p:cNvPr>
          <p:cNvSpPr txBox="1">
            <a:spLocks noGrp="1"/>
          </p:cNvSpPr>
          <p:nvPr>
            <p:ph type="sldNum" sz="quarter" idx="8"/>
          </p:nvPr>
        </p:nvSpPr>
        <p:spPr/>
        <p:txBody>
          <a:bodyPr/>
          <a:lstStyle>
            <a:lvl1pPr>
              <a:defRPr/>
            </a:lvl1pPr>
          </a:lstStyle>
          <a:p>
            <a:pPr lvl="0"/>
            <a:fld id="{79878A96-088E-4EC1-A8E9-FB170EE5499D}" type="slidenum">
              <a:t>‹#›</a:t>
            </a:fld>
            <a:endParaRPr lang="vi-VN"/>
          </a:p>
        </p:txBody>
      </p:sp>
    </p:spTree>
    <p:extLst>
      <p:ext uri="{BB962C8B-B14F-4D97-AF65-F5344CB8AC3E}">
        <p14:creationId xmlns:p14="http://schemas.microsoft.com/office/powerpoint/2010/main" val="3251406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5DE3B-CD8D-3A8C-180F-935FAD5507DA}"/>
              </a:ext>
            </a:extLst>
          </p:cNvPr>
          <p:cNvSpPr txBox="1">
            <a:spLocks noGrp="1"/>
          </p:cNvSpPr>
          <p:nvPr>
            <p:ph type="title" orient="vert"/>
          </p:nvPr>
        </p:nvSpPr>
        <p:spPr>
          <a:xfrm>
            <a:off x="8724903" y="365129"/>
            <a:ext cx="2628899" cy="5811834"/>
          </a:xfrm>
        </p:spPr>
        <p:txBody>
          <a:bodyPr vert="eaVert"/>
          <a:lstStyle>
            <a:lvl1pPr>
              <a:defRPr/>
            </a:lvl1pPr>
          </a:lstStyle>
          <a:p>
            <a:pPr lvl="0"/>
            <a:r>
              <a:rPr lang="vi-VN"/>
              <a:t>Click to edit Master title style</a:t>
            </a:r>
          </a:p>
        </p:txBody>
      </p:sp>
      <p:sp>
        <p:nvSpPr>
          <p:cNvPr id="3" name="Vertical Text Placeholder 2">
            <a:extLst>
              <a:ext uri="{FF2B5EF4-FFF2-40B4-BE49-F238E27FC236}">
                <a16:creationId xmlns:a16="http://schemas.microsoft.com/office/drawing/2014/main" id="{DE43DB21-2B8A-73DB-FA63-75CA9E1B5584}"/>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Date Placeholder 3">
            <a:extLst>
              <a:ext uri="{FF2B5EF4-FFF2-40B4-BE49-F238E27FC236}">
                <a16:creationId xmlns:a16="http://schemas.microsoft.com/office/drawing/2014/main" id="{D383663C-4FBD-E9B1-DDA2-2B514D2531FA}"/>
              </a:ext>
            </a:extLst>
          </p:cNvPr>
          <p:cNvSpPr txBox="1">
            <a:spLocks noGrp="1"/>
          </p:cNvSpPr>
          <p:nvPr>
            <p:ph type="dt" sz="half" idx="7"/>
          </p:nvPr>
        </p:nvSpPr>
        <p:spPr/>
        <p:txBody>
          <a:bodyPr/>
          <a:lstStyle>
            <a:lvl1pPr>
              <a:defRPr/>
            </a:lvl1pPr>
          </a:lstStyle>
          <a:p>
            <a:pPr lvl="0"/>
            <a:fld id="{736D23F0-1C05-473C-AD3E-8D134A4420F7}" type="datetime1">
              <a:rPr lang="vi-VN"/>
              <a:pPr lvl="0"/>
              <a:t>25/09/2026</a:t>
            </a:fld>
            <a:endParaRPr lang="vi-VN"/>
          </a:p>
        </p:txBody>
      </p:sp>
      <p:sp>
        <p:nvSpPr>
          <p:cNvPr id="5" name="Footer Placeholder 4">
            <a:extLst>
              <a:ext uri="{FF2B5EF4-FFF2-40B4-BE49-F238E27FC236}">
                <a16:creationId xmlns:a16="http://schemas.microsoft.com/office/drawing/2014/main" id="{C3C49A5B-1EEB-E4CE-46DA-28E8C455A67B}"/>
              </a:ext>
            </a:extLst>
          </p:cNvPr>
          <p:cNvSpPr txBox="1">
            <a:spLocks noGrp="1"/>
          </p:cNvSpPr>
          <p:nvPr>
            <p:ph type="ftr" sz="quarter" idx="9"/>
          </p:nvPr>
        </p:nvSpPr>
        <p:spPr/>
        <p:txBody>
          <a:bodyPr/>
          <a:lstStyle>
            <a:lvl1pPr>
              <a:defRPr/>
            </a:lvl1pPr>
          </a:lstStyle>
          <a:p>
            <a:pPr lvl="0"/>
            <a:endParaRPr lang="vi-VN"/>
          </a:p>
        </p:txBody>
      </p:sp>
      <p:sp>
        <p:nvSpPr>
          <p:cNvPr id="6" name="Slide Number Placeholder 5">
            <a:extLst>
              <a:ext uri="{FF2B5EF4-FFF2-40B4-BE49-F238E27FC236}">
                <a16:creationId xmlns:a16="http://schemas.microsoft.com/office/drawing/2014/main" id="{DF552440-20D3-E80E-9573-51CC2AEA5ECB}"/>
              </a:ext>
            </a:extLst>
          </p:cNvPr>
          <p:cNvSpPr txBox="1">
            <a:spLocks noGrp="1"/>
          </p:cNvSpPr>
          <p:nvPr>
            <p:ph type="sldNum" sz="quarter" idx="8"/>
          </p:nvPr>
        </p:nvSpPr>
        <p:spPr/>
        <p:txBody>
          <a:bodyPr/>
          <a:lstStyle>
            <a:lvl1pPr>
              <a:defRPr/>
            </a:lvl1pPr>
          </a:lstStyle>
          <a:p>
            <a:pPr lvl="0"/>
            <a:fld id="{25CC6D5C-87D5-4D22-AB17-6826A7D9D625}" type="slidenum">
              <a:t>‹#›</a:t>
            </a:fld>
            <a:endParaRPr lang="vi-VN"/>
          </a:p>
        </p:txBody>
      </p:sp>
    </p:spTree>
    <p:extLst>
      <p:ext uri="{BB962C8B-B14F-4D97-AF65-F5344CB8AC3E}">
        <p14:creationId xmlns:p14="http://schemas.microsoft.com/office/powerpoint/2010/main" val="18245313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9F534-AD46-89B8-F8DA-5EDB65F2B7AD}"/>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vi-VN"/>
              <a:t>Click to edit Master title style</a:t>
            </a:r>
          </a:p>
        </p:txBody>
      </p:sp>
      <p:sp>
        <p:nvSpPr>
          <p:cNvPr id="3" name="Text Placeholder 2">
            <a:extLst>
              <a:ext uri="{FF2B5EF4-FFF2-40B4-BE49-F238E27FC236}">
                <a16:creationId xmlns:a16="http://schemas.microsoft.com/office/drawing/2014/main" id="{10987F4F-A75E-D7AE-5F82-9D8728DE84D6}"/>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vi-VN"/>
              <a:t>Click to edit Master text styles</a:t>
            </a:r>
          </a:p>
          <a:p>
            <a:pPr lvl="1"/>
            <a:r>
              <a:rPr lang="vi-VN"/>
              <a:t>Second level</a:t>
            </a:r>
          </a:p>
          <a:p>
            <a:pPr lvl="2"/>
            <a:r>
              <a:rPr lang="vi-VN"/>
              <a:t>Third level</a:t>
            </a:r>
          </a:p>
          <a:p>
            <a:pPr lvl="3"/>
            <a:r>
              <a:rPr lang="vi-VN"/>
              <a:t>Fourth level</a:t>
            </a:r>
          </a:p>
          <a:p>
            <a:pPr lvl="4"/>
            <a:r>
              <a:rPr lang="vi-VN"/>
              <a:t>Fifth level</a:t>
            </a:r>
          </a:p>
        </p:txBody>
      </p:sp>
      <p:sp>
        <p:nvSpPr>
          <p:cNvPr id="4" name="Date Placeholder 3">
            <a:extLst>
              <a:ext uri="{FF2B5EF4-FFF2-40B4-BE49-F238E27FC236}">
                <a16:creationId xmlns:a16="http://schemas.microsoft.com/office/drawing/2014/main" id="{EA2AFE58-0486-2981-8215-427F4E051021}"/>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vi-VN" sz="1200" b="0" i="0" u="none" strike="noStrike" kern="1200" cap="none" spc="0" baseline="0">
                <a:solidFill>
                  <a:srgbClr val="767676"/>
                </a:solidFill>
                <a:uFillTx/>
                <a:latin typeface="Arial"/>
              </a:defRPr>
            </a:lvl1pPr>
          </a:lstStyle>
          <a:p>
            <a:pPr lvl="0"/>
            <a:fld id="{C8339D3A-A655-4913-B670-677049566522}" type="datetime1">
              <a:rPr lang="vi-VN"/>
              <a:pPr lvl="0"/>
              <a:t>25/09/2026</a:t>
            </a:fld>
            <a:endParaRPr lang="vi-VN"/>
          </a:p>
        </p:txBody>
      </p:sp>
      <p:sp>
        <p:nvSpPr>
          <p:cNvPr id="5" name="Footer Placeholder 4">
            <a:extLst>
              <a:ext uri="{FF2B5EF4-FFF2-40B4-BE49-F238E27FC236}">
                <a16:creationId xmlns:a16="http://schemas.microsoft.com/office/drawing/2014/main" id="{AA4010C6-47F5-7E09-35C8-6DBA00304628}"/>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vi-VN" sz="1200" b="0" i="0" u="none" strike="noStrike" kern="1200" cap="none" spc="0" baseline="0">
                <a:solidFill>
                  <a:srgbClr val="767676"/>
                </a:solidFill>
                <a:uFillTx/>
                <a:latin typeface="Arial"/>
              </a:defRPr>
            </a:lvl1pPr>
          </a:lstStyle>
          <a:p>
            <a:pPr lvl="0"/>
            <a:endParaRPr lang="vi-VN"/>
          </a:p>
        </p:txBody>
      </p:sp>
      <p:sp>
        <p:nvSpPr>
          <p:cNvPr id="6" name="Slide Number Placeholder 5">
            <a:extLst>
              <a:ext uri="{FF2B5EF4-FFF2-40B4-BE49-F238E27FC236}">
                <a16:creationId xmlns:a16="http://schemas.microsoft.com/office/drawing/2014/main" id="{1774299A-F750-AB02-2BAB-CE579E89BF58}"/>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vi-VN" sz="1200" b="0" i="0" u="none" strike="noStrike" kern="1200" cap="none" spc="0" baseline="0">
                <a:solidFill>
                  <a:srgbClr val="767676"/>
                </a:solidFill>
                <a:uFillTx/>
                <a:latin typeface="Arial"/>
              </a:defRPr>
            </a:lvl1pPr>
          </a:lstStyle>
          <a:p>
            <a:pPr lvl="0"/>
            <a:fld id="{007C45BE-F907-4235-8F41-6944091C3225}" type="slidenum">
              <a:t>‹#›</a:t>
            </a:fld>
            <a:endParaRPr lang="vi-V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vi-VN" sz="4400" b="0" i="0" u="none" strike="noStrike" kern="1200" cap="none" spc="0" baseline="0">
          <a:solidFill>
            <a:srgbClr val="000000"/>
          </a:solidFill>
          <a:uFillTx/>
          <a:latin typeface="Arial"/>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vi-VN" sz="2800" b="0" i="0" u="none" strike="noStrike" kern="1200" cap="none" spc="0" baseline="0">
          <a:solidFill>
            <a:srgbClr val="000000"/>
          </a:solidFill>
          <a:uFillTx/>
          <a:latin typeface="Arial"/>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vi-VN" sz="2400" b="0" i="0" u="none" strike="noStrike" kern="1200" cap="none" spc="0" baseline="0">
          <a:solidFill>
            <a:srgbClr val="000000"/>
          </a:solidFill>
          <a:uFillTx/>
          <a:latin typeface="Arial"/>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vi-VN" sz="2000" b="0" i="0" u="none" strike="noStrike" kern="1200" cap="none" spc="0" baseline="0">
          <a:solidFill>
            <a:srgbClr val="000000"/>
          </a:solidFill>
          <a:uFillTx/>
          <a:latin typeface="Arial"/>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vi-VN" sz="1800" b="0" i="0" u="none" strike="noStrike" kern="1200" cap="none" spc="0" baseline="0">
          <a:solidFill>
            <a:srgbClr val="000000"/>
          </a:solidFill>
          <a:uFillTx/>
          <a:latin typeface="Arial"/>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vi-VN" sz="1800" b="0" i="0" u="none" strike="noStrike" kern="1200" cap="none" spc="0" baseline="0">
          <a:solidFill>
            <a:srgbClr val="000000"/>
          </a:solidFill>
          <a:uFillTx/>
          <a:latin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FFFFFF"/>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17B4EEC-DFFB-44C6-6624-23FD25C15EB1}"/>
              </a:ext>
              <a:ext uri="{C183D7F6-B498-43B3-948B-1728B52AA6E4}">
                <adec:decorative xmlns:adec="http://schemas.microsoft.com/office/drawing/2017/decorative" val="1"/>
              </a:ext>
            </a:extLst>
          </p:cNvPr>
          <p:cNvSpPr>
            <a:spLocks noMove="1" noResize="1"/>
          </p:cNvSpPr>
          <p:nvPr/>
        </p:nvSpPr>
        <p:spPr>
          <a:xfrm>
            <a:off x="0" y="0"/>
            <a:ext cx="12188952" cy="6858000"/>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vi-VN" sz="1800" b="0" i="0" u="none" strike="noStrike" kern="1200" cap="none" spc="0" baseline="0">
              <a:solidFill>
                <a:srgbClr val="FFFFFF"/>
              </a:solidFill>
              <a:uFillTx/>
              <a:latin typeface="Arial"/>
            </a:endParaRPr>
          </a:p>
        </p:txBody>
      </p:sp>
      <p:sp>
        <p:nvSpPr>
          <p:cNvPr id="4" name="Title 1">
            <a:extLst>
              <a:ext uri="{FF2B5EF4-FFF2-40B4-BE49-F238E27FC236}">
                <a16:creationId xmlns:a16="http://schemas.microsoft.com/office/drawing/2014/main" id="{DA0A25DF-720C-D201-181F-B34BA25D2D7C}"/>
              </a:ext>
            </a:extLst>
          </p:cNvPr>
          <p:cNvSpPr txBox="1">
            <a:spLocks noGrp="1"/>
          </p:cNvSpPr>
          <p:nvPr>
            <p:ph type="ctrTitle"/>
          </p:nvPr>
        </p:nvSpPr>
        <p:spPr>
          <a:xfrm>
            <a:off x="1527048" y="1124712"/>
            <a:ext cx="9144000" cy="3063239"/>
          </a:xfrm>
        </p:spPr>
        <p:txBody>
          <a:bodyPr/>
          <a:lstStyle/>
          <a:p>
            <a:pPr lvl="0"/>
            <a:r>
              <a:rPr lang="vi-VN" sz="6600">
                <a:solidFill>
                  <a:srgbClr val="FFFFFF"/>
                </a:solidFill>
              </a:rPr>
              <a:t>Thuyết trình về cuộc thi khoa học kỹ thuật</a:t>
            </a:r>
          </a:p>
        </p:txBody>
      </p:sp>
      <p:sp>
        <p:nvSpPr>
          <p:cNvPr id="5" name="Subtitle 2">
            <a:extLst>
              <a:ext uri="{FF2B5EF4-FFF2-40B4-BE49-F238E27FC236}">
                <a16:creationId xmlns:a16="http://schemas.microsoft.com/office/drawing/2014/main" id="{76FD1A6B-FAC6-7176-9FAA-8A9146C494F2}"/>
              </a:ext>
            </a:extLst>
          </p:cNvPr>
          <p:cNvSpPr txBox="1">
            <a:spLocks noGrp="1"/>
          </p:cNvSpPr>
          <p:nvPr>
            <p:ph type="subTitle" idx="1"/>
          </p:nvPr>
        </p:nvSpPr>
        <p:spPr>
          <a:xfrm>
            <a:off x="1527048" y="4599432"/>
            <a:ext cx="9144000" cy="1227517"/>
          </a:xfrm>
        </p:spPr>
        <p:txBody>
          <a:bodyPr>
            <a:normAutofit lnSpcReduction="10000"/>
          </a:bodyPr>
          <a:lstStyle/>
          <a:p>
            <a:pPr lvl="0"/>
            <a:r>
              <a:rPr lang="vi-VN" sz="1800" b="1">
                <a:solidFill>
                  <a:srgbClr val="FFFFFF"/>
                </a:solidFill>
              </a:rPr>
              <a:t>Đề tài:</a:t>
            </a:r>
            <a:r>
              <a:rPr lang="vi-VN" sz="1800">
                <a:solidFill>
                  <a:srgbClr val="FFFFFF"/>
                </a:solidFill>
              </a:rPr>
              <a:t> Áp dụng thuật toán chấp nhận trì hoãn vào việc sắp xếp học sinh vào các CLB tương ứng</a:t>
            </a:r>
          </a:p>
          <a:p>
            <a:pPr lvl="0"/>
            <a:r>
              <a:rPr lang="vi-VN" sz="1800" b="1">
                <a:solidFill>
                  <a:srgbClr val="FFFFFF"/>
                </a:solidFill>
              </a:rPr>
              <a:t>Thực hiện bởi:</a:t>
            </a:r>
            <a:r>
              <a:rPr lang="vi-VN" sz="1800">
                <a:solidFill>
                  <a:srgbClr val="FFFFFF"/>
                </a:solidFill>
              </a:rPr>
              <a:t> Nguyễn Phan Văn Trường 11H2 và Lê Hoàng Phương Vi 10H3</a:t>
            </a:r>
          </a:p>
          <a:p>
            <a:pPr lvl="0"/>
            <a:r>
              <a:rPr lang="vi-VN" sz="1800">
                <a:solidFill>
                  <a:srgbClr val="FFFFFF"/>
                </a:solidFill>
              </a:rPr>
              <a:t>Cơ sở HVT</a:t>
            </a:r>
          </a:p>
        </p:txBody>
      </p:sp>
      <p:sp>
        <p:nvSpPr>
          <p:cNvPr id="6" name="sketchy box">
            <a:extLst>
              <a:ext uri="{FF2B5EF4-FFF2-40B4-BE49-F238E27FC236}">
                <a16:creationId xmlns:a16="http://schemas.microsoft.com/office/drawing/2014/main" id="{EB98BDD6-14F8-6D4C-C9DA-6965969B187B}"/>
              </a:ext>
              <a:ext uri="{C183D7F6-B498-43B3-948B-1728B52AA6E4}">
                <adec:decorative xmlns:adec="http://schemas.microsoft.com/office/drawing/2017/decorative" val="1"/>
              </a:ext>
            </a:extLst>
          </p:cNvPr>
          <p:cNvSpPr>
            <a:spLocks noMove="1" noResize="1"/>
          </p:cNvSpPr>
          <p:nvPr/>
        </p:nvSpPr>
        <p:spPr>
          <a:xfrm flipV="1">
            <a:off x="838203" y="720949"/>
            <a:ext cx="10515600" cy="5416091"/>
          </a:xfrm>
          <a:prstGeom prst="rect">
            <a:avLst/>
          </a:prstGeom>
          <a:noFill/>
          <a:ln w="47621" cap="rnd">
            <a:solidFill>
              <a:srgbClr val="FFFFFF">
                <a:alpha val="75000"/>
              </a:srgbClr>
            </a:solidFill>
            <a:prstDash val="solid"/>
            <a:roun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vi-VN" sz="1800" b="0" i="0" u="none" strike="noStrike" kern="1200" cap="none" spc="0" baseline="0">
              <a:solidFill>
                <a:srgbClr val="FFFFFF"/>
              </a:solidFill>
              <a:uFillTx/>
              <a:latin typeface="Arial"/>
            </a:endParaRPr>
          </a:p>
        </p:txBody>
      </p:sp>
      <p:sp>
        <p:nvSpPr>
          <p:cNvPr id="7" name="sketchy line">
            <a:extLst>
              <a:ext uri="{FF2B5EF4-FFF2-40B4-BE49-F238E27FC236}">
                <a16:creationId xmlns:a16="http://schemas.microsoft.com/office/drawing/2014/main" id="{75B9F413-CB0C-4FC4-867B-5F0F26D5466B}"/>
              </a:ext>
              <a:ext uri="{C183D7F6-B498-43B3-948B-1728B52AA6E4}">
                <adec:decorative xmlns:adec="http://schemas.microsoft.com/office/drawing/2017/decorative" val="1"/>
              </a:ext>
            </a:extLst>
          </p:cNvPr>
          <p:cNvSpPr>
            <a:spLocks noMove="1" noResize="1"/>
          </p:cNvSpPr>
          <p:nvPr/>
        </p:nvSpPr>
        <p:spPr>
          <a:xfrm>
            <a:off x="3974201" y="4419423"/>
            <a:ext cx="4243593" cy="18288"/>
          </a:xfrm>
          <a:prstGeom prst="rect">
            <a:avLst/>
          </a:prstGeom>
          <a:solidFill>
            <a:srgbClr val="FFFFFF">
              <a:alpha val="75000"/>
            </a:srgbClr>
          </a:solidFill>
          <a:ln w="41276" cap="rnd">
            <a:solidFill>
              <a:srgbClr val="FFFFFF">
                <a:alpha val="75000"/>
              </a:srgbClr>
            </a:solidFill>
            <a:prstDash val="solid"/>
            <a:roun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vi-VN" sz="1800" b="0" i="0" u="none" strike="noStrike" kern="1200" cap="none" spc="0" baseline="0">
              <a:solidFill>
                <a:srgbClr val="FFFFFF"/>
              </a:solidFill>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431AA-BA1E-C72F-113B-735353A48F61}"/>
              </a:ext>
            </a:extLst>
          </p:cNvPr>
          <p:cNvSpPr txBox="1">
            <a:spLocks noGrp="1"/>
          </p:cNvSpPr>
          <p:nvPr>
            <p:ph type="title"/>
          </p:nvPr>
        </p:nvSpPr>
        <p:spPr/>
        <p:txBody>
          <a:bodyPr/>
          <a:lstStyle/>
          <a:p>
            <a:r>
              <a:rPr lang="vi-VN"/>
              <a:t>Nội dung </a:t>
            </a:r>
          </a:p>
        </p:txBody>
      </p:sp>
      <p:sp>
        <p:nvSpPr>
          <p:cNvPr id="3" name="Rounded Rectangle 2"/>
          <p:cNvSpPr/>
          <p:nvPr/>
        </p:nvSpPr>
        <p:spPr>
          <a:xfrm>
            <a:off x="841248" y="1828800"/>
            <a:ext cx="3322320" cy="205740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161288" y="2148840"/>
            <a:ext cx="1371600" cy="640080"/>
          </a:xfrm>
          <a:prstGeom prst="rect">
            <a:avLst/>
          </a:prstGeom>
          <a:noFill/>
        </p:spPr>
        <p:txBody>
          <a:bodyPr wrap="square" lIns="0" tIns="0" rIns="0" bIns="0" anchor="t">
            <a:spAutoFit/>
          </a:bodyPr>
          <a:lstStyle/>
          <a:p>
            <a:pPr algn="l"/>
            <a:r>
              <a:rPr lang="vi-VN" sz="4000" b="1">
                <a:solidFill>
                  <a:srgbClr val="3F6B52"/>
                </a:solidFill>
                <a:latin typeface="Arial"/>
              </a:rPr>
              <a:t>01</a:t>
            </a:r>
          </a:p>
        </p:txBody>
      </p:sp>
      <p:sp>
        <p:nvSpPr>
          <p:cNvPr id="5" name="TextBox 4"/>
          <p:cNvSpPr txBox="1"/>
          <p:nvPr/>
        </p:nvSpPr>
        <p:spPr>
          <a:xfrm>
            <a:off x="1161288" y="2971800"/>
            <a:ext cx="2682240" cy="731520"/>
          </a:xfrm>
          <a:prstGeom prst="rect">
            <a:avLst/>
          </a:prstGeom>
          <a:noFill/>
        </p:spPr>
        <p:txBody>
          <a:bodyPr wrap="square" lIns="0" tIns="0" rIns="0" bIns="0" anchor="t">
            <a:spAutoFit/>
          </a:bodyPr>
          <a:lstStyle/>
          <a:p>
            <a:pPr algn="l"/>
            <a:r>
              <a:rPr lang="vi-VN" sz="2000" b="1">
                <a:solidFill>
                  <a:srgbClr val="1F1F1F"/>
                </a:solidFill>
                <a:latin typeface="Arial"/>
              </a:rPr>
              <a:t>Bài toán</a:t>
            </a:r>
          </a:p>
        </p:txBody>
      </p:sp>
      <p:sp>
        <p:nvSpPr>
          <p:cNvPr id="6" name="Rounded Rectangle 5"/>
          <p:cNvSpPr/>
          <p:nvPr/>
        </p:nvSpPr>
        <p:spPr>
          <a:xfrm>
            <a:off x="4437888" y="1828800"/>
            <a:ext cx="3322320" cy="205740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757928" y="2148840"/>
            <a:ext cx="1371600" cy="640080"/>
          </a:xfrm>
          <a:prstGeom prst="rect">
            <a:avLst/>
          </a:prstGeom>
          <a:noFill/>
        </p:spPr>
        <p:txBody>
          <a:bodyPr wrap="square" lIns="0" tIns="0" rIns="0" bIns="0" anchor="t">
            <a:spAutoFit/>
          </a:bodyPr>
          <a:lstStyle/>
          <a:p>
            <a:pPr algn="l"/>
            <a:r>
              <a:rPr lang="vi-VN" sz="4000" b="1">
                <a:solidFill>
                  <a:srgbClr val="3F6B52"/>
                </a:solidFill>
                <a:latin typeface="Arial"/>
              </a:rPr>
              <a:t>02</a:t>
            </a:r>
          </a:p>
        </p:txBody>
      </p:sp>
      <p:sp>
        <p:nvSpPr>
          <p:cNvPr id="8" name="TextBox 7"/>
          <p:cNvSpPr txBox="1"/>
          <p:nvPr/>
        </p:nvSpPr>
        <p:spPr>
          <a:xfrm>
            <a:off x="4757928" y="2971800"/>
            <a:ext cx="2682240" cy="731520"/>
          </a:xfrm>
          <a:prstGeom prst="rect">
            <a:avLst/>
          </a:prstGeom>
          <a:noFill/>
        </p:spPr>
        <p:txBody>
          <a:bodyPr wrap="square" lIns="0" tIns="0" rIns="0" bIns="0" anchor="t">
            <a:spAutoFit/>
          </a:bodyPr>
          <a:lstStyle/>
          <a:p>
            <a:pPr algn="l"/>
            <a:r>
              <a:rPr lang="vi-VN" sz="2000" b="1">
                <a:solidFill>
                  <a:srgbClr val="1F1F1F"/>
                </a:solidFill>
                <a:latin typeface="Arial"/>
              </a:rPr>
              <a:t>Giải pháp</a:t>
            </a:r>
          </a:p>
        </p:txBody>
      </p:sp>
      <p:sp>
        <p:nvSpPr>
          <p:cNvPr id="9" name="Rounded Rectangle 8"/>
          <p:cNvSpPr/>
          <p:nvPr/>
        </p:nvSpPr>
        <p:spPr>
          <a:xfrm>
            <a:off x="8034528" y="1828800"/>
            <a:ext cx="3322320" cy="205740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354568" y="2148840"/>
            <a:ext cx="1371600" cy="640080"/>
          </a:xfrm>
          <a:prstGeom prst="rect">
            <a:avLst/>
          </a:prstGeom>
          <a:noFill/>
        </p:spPr>
        <p:txBody>
          <a:bodyPr wrap="square" lIns="0" tIns="0" rIns="0" bIns="0" anchor="t">
            <a:spAutoFit/>
          </a:bodyPr>
          <a:lstStyle/>
          <a:p>
            <a:pPr algn="l"/>
            <a:r>
              <a:rPr lang="vi-VN" sz="4000" b="1">
                <a:solidFill>
                  <a:srgbClr val="3F6B52"/>
                </a:solidFill>
                <a:latin typeface="Arial"/>
              </a:rPr>
              <a:t>03</a:t>
            </a:r>
          </a:p>
        </p:txBody>
      </p:sp>
      <p:sp>
        <p:nvSpPr>
          <p:cNvPr id="11" name="TextBox 10"/>
          <p:cNvSpPr txBox="1"/>
          <p:nvPr/>
        </p:nvSpPr>
        <p:spPr>
          <a:xfrm>
            <a:off x="8354568" y="2971800"/>
            <a:ext cx="2682240" cy="731520"/>
          </a:xfrm>
          <a:prstGeom prst="rect">
            <a:avLst/>
          </a:prstGeom>
          <a:noFill/>
        </p:spPr>
        <p:txBody>
          <a:bodyPr wrap="square" lIns="0" tIns="0" rIns="0" bIns="0" anchor="t">
            <a:spAutoFit/>
          </a:bodyPr>
          <a:lstStyle/>
          <a:p>
            <a:pPr algn="l"/>
            <a:r>
              <a:rPr lang="vi-VN" sz="2000" b="1">
                <a:solidFill>
                  <a:srgbClr val="1F1F1F"/>
                </a:solidFill>
                <a:latin typeface="Arial"/>
              </a:rPr>
              <a:t>Cách phần mềm hoạt động</a:t>
            </a:r>
          </a:p>
        </p:txBody>
      </p:sp>
      <p:sp>
        <p:nvSpPr>
          <p:cNvPr id="12" name="Rounded Rectangle 11"/>
          <p:cNvSpPr/>
          <p:nvPr/>
        </p:nvSpPr>
        <p:spPr>
          <a:xfrm>
            <a:off x="841248" y="4160520"/>
            <a:ext cx="3322320" cy="205740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161288" y="4480559"/>
            <a:ext cx="1371600" cy="640080"/>
          </a:xfrm>
          <a:prstGeom prst="rect">
            <a:avLst/>
          </a:prstGeom>
          <a:noFill/>
        </p:spPr>
        <p:txBody>
          <a:bodyPr wrap="square" lIns="0" tIns="0" rIns="0" bIns="0" anchor="t">
            <a:spAutoFit/>
          </a:bodyPr>
          <a:lstStyle/>
          <a:p>
            <a:pPr algn="l"/>
            <a:r>
              <a:rPr lang="vi-VN" sz="4000" b="1">
                <a:solidFill>
                  <a:srgbClr val="3F6B52"/>
                </a:solidFill>
                <a:latin typeface="Arial"/>
              </a:rPr>
              <a:t>04</a:t>
            </a:r>
          </a:p>
        </p:txBody>
      </p:sp>
      <p:sp>
        <p:nvSpPr>
          <p:cNvPr id="14" name="TextBox 13"/>
          <p:cNvSpPr txBox="1"/>
          <p:nvPr/>
        </p:nvSpPr>
        <p:spPr>
          <a:xfrm>
            <a:off x="1161288" y="5303520"/>
            <a:ext cx="2682240" cy="731520"/>
          </a:xfrm>
          <a:prstGeom prst="rect">
            <a:avLst/>
          </a:prstGeom>
          <a:noFill/>
        </p:spPr>
        <p:txBody>
          <a:bodyPr wrap="square" lIns="0" tIns="0" rIns="0" bIns="0" anchor="t">
            <a:spAutoFit/>
          </a:bodyPr>
          <a:lstStyle/>
          <a:p>
            <a:pPr algn="l"/>
            <a:r>
              <a:rPr lang="vi-VN" sz="2000" b="1">
                <a:solidFill>
                  <a:srgbClr val="1F1F1F"/>
                </a:solidFill>
                <a:latin typeface="Arial"/>
              </a:rPr>
              <a:t>Vận hành phần mềm</a:t>
            </a:r>
          </a:p>
        </p:txBody>
      </p:sp>
      <p:sp>
        <p:nvSpPr>
          <p:cNvPr id="15" name="Rounded Rectangle 14"/>
          <p:cNvSpPr/>
          <p:nvPr/>
        </p:nvSpPr>
        <p:spPr>
          <a:xfrm>
            <a:off x="4437888" y="4160520"/>
            <a:ext cx="3322320" cy="205740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757928" y="4480559"/>
            <a:ext cx="1371600" cy="640080"/>
          </a:xfrm>
          <a:prstGeom prst="rect">
            <a:avLst/>
          </a:prstGeom>
          <a:noFill/>
        </p:spPr>
        <p:txBody>
          <a:bodyPr wrap="square" lIns="0" tIns="0" rIns="0" bIns="0" anchor="t">
            <a:spAutoFit/>
          </a:bodyPr>
          <a:lstStyle/>
          <a:p>
            <a:pPr algn="l"/>
            <a:r>
              <a:rPr lang="vi-VN" sz="4000" b="1">
                <a:solidFill>
                  <a:srgbClr val="3F6B52"/>
                </a:solidFill>
                <a:latin typeface="Arial"/>
              </a:rPr>
              <a:t>05</a:t>
            </a:r>
          </a:p>
        </p:txBody>
      </p:sp>
      <p:sp>
        <p:nvSpPr>
          <p:cNvPr id="17" name="TextBox 16"/>
          <p:cNvSpPr txBox="1"/>
          <p:nvPr/>
        </p:nvSpPr>
        <p:spPr>
          <a:xfrm>
            <a:off x="4757928" y="5303520"/>
            <a:ext cx="2682240" cy="731520"/>
          </a:xfrm>
          <a:prstGeom prst="rect">
            <a:avLst/>
          </a:prstGeom>
          <a:noFill/>
        </p:spPr>
        <p:txBody>
          <a:bodyPr wrap="square" lIns="0" tIns="0" rIns="0" bIns="0" anchor="t">
            <a:spAutoFit/>
          </a:bodyPr>
          <a:lstStyle/>
          <a:p>
            <a:pPr algn="l"/>
            <a:r>
              <a:rPr lang="vi-VN" sz="2000" b="1">
                <a:solidFill>
                  <a:srgbClr val="1F1F1F"/>
                </a:solidFill>
                <a:latin typeface="Arial"/>
              </a:rPr>
              <a:t>Các số liệu khác</a:t>
            </a:r>
          </a:p>
        </p:txBody>
      </p:sp>
      <p:sp>
        <p:nvSpPr>
          <p:cNvPr id="18" name="Rounded Rectangle 17"/>
          <p:cNvSpPr/>
          <p:nvPr/>
        </p:nvSpPr>
        <p:spPr>
          <a:xfrm>
            <a:off x="8034528" y="4160520"/>
            <a:ext cx="3322320" cy="205740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354568" y="4480559"/>
            <a:ext cx="1371600" cy="640080"/>
          </a:xfrm>
          <a:prstGeom prst="rect">
            <a:avLst/>
          </a:prstGeom>
          <a:noFill/>
        </p:spPr>
        <p:txBody>
          <a:bodyPr wrap="square" lIns="0" tIns="0" rIns="0" bIns="0" anchor="t">
            <a:spAutoFit/>
          </a:bodyPr>
          <a:lstStyle/>
          <a:p>
            <a:pPr algn="l"/>
            <a:r>
              <a:rPr lang="vi-VN" sz="4000" b="1">
                <a:solidFill>
                  <a:srgbClr val="3F6B52"/>
                </a:solidFill>
                <a:latin typeface="Arial"/>
              </a:rPr>
              <a:t>06</a:t>
            </a:r>
          </a:p>
        </p:txBody>
      </p:sp>
      <p:sp>
        <p:nvSpPr>
          <p:cNvPr id="20" name="TextBox 19"/>
          <p:cNvSpPr txBox="1"/>
          <p:nvPr/>
        </p:nvSpPr>
        <p:spPr>
          <a:xfrm>
            <a:off x="8354568" y="5303520"/>
            <a:ext cx="2682240" cy="731520"/>
          </a:xfrm>
          <a:prstGeom prst="rect">
            <a:avLst/>
          </a:prstGeom>
          <a:noFill/>
        </p:spPr>
        <p:txBody>
          <a:bodyPr wrap="square" lIns="0" tIns="0" rIns="0" bIns="0" anchor="t">
            <a:spAutoFit/>
          </a:bodyPr>
          <a:lstStyle/>
          <a:p>
            <a:pPr algn="l"/>
            <a:r>
              <a:rPr lang="vi-VN" sz="2000" b="1">
                <a:solidFill>
                  <a:srgbClr val="1F1F1F"/>
                </a:solidFill>
                <a:latin typeface="Arial"/>
              </a:rPr>
              <a:t>Tính năng khác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B6084C-DCB0-85CC-A2F7-6DDA35CFB8C7}"/>
              </a:ext>
            </a:extLst>
          </p:cNvPr>
          <p:cNvSpPr>
            <a:spLocks noGrp="1"/>
          </p:cNvSpPr>
          <p:nvPr>
            <p:ph type="title"/>
          </p:nvPr>
        </p:nvSpPr>
        <p:spPr/>
        <p:txBody>
          <a:bodyPr/>
          <a:lstStyle/>
          <a:p>
            <a:r>
              <a:rPr lang="vi-VN"/>
              <a:t>1. Bài toán sắp xếp CLB</a:t>
            </a:r>
          </a:p>
        </p:txBody>
      </p:sp>
      <p:sp>
        <p:nvSpPr>
          <p:cNvPr id="5" name="Rounded Rectangle 4"/>
          <p:cNvSpPr/>
          <p:nvPr/>
        </p:nvSpPr>
        <p:spPr>
          <a:xfrm>
            <a:off x="841248" y="1828800"/>
            <a:ext cx="5120640" cy="210312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161288" y="2148840"/>
            <a:ext cx="777240" cy="777240"/>
          </a:xfrm>
          <a:prstGeom prst="ellipse">
            <a:avLst/>
          </a:prstGeom>
          <a:solidFill>
            <a:srgbClr val="F3DC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lock_rust.png"/>
          <p:cNvPicPr>
            <a:picLocks noChangeAspect="1"/>
          </p:cNvPicPr>
          <p:nvPr/>
        </p:nvPicPr>
        <p:blipFill>
          <a:blip r:embed="rId2"/>
          <a:stretch>
            <a:fillRect/>
          </a:stretch>
        </p:blipFill>
        <p:spPr>
          <a:xfrm>
            <a:off x="1363370" y="2350922"/>
            <a:ext cx="373075" cy="373075"/>
          </a:xfrm>
          <a:prstGeom prst="rect">
            <a:avLst/>
          </a:prstGeom>
        </p:spPr>
      </p:pic>
      <p:sp>
        <p:nvSpPr>
          <p:cNvPr id="8" name="TextBox 7"/>
          <p:cNvSpPr txBox="1"/>
          <p:nvPr/>
        </p:nvSpPr>
        <p:spPr>
          <a:xfrm>
            <a:off x="2167128" y="2176272"/>
            <a:ext cx="3474720" cy="1554479"/>
          </a:xfrm>
          <a:prstGeom prst="rect">
            <a:avLst/>
          </a:prstGeom>
          <a:noFill/>
        </p:spPr>
        <p:txBody>
          <a:bodyPr wrap="square" lIns="0" tIns="0" rIns="0" bIns="0" anchor="t">
            <a:spAutoFit/>
          </a:bodyPr>
          <a:lstStyle/>
          <a:p>
            <a:pPr algn="l"/>
            <a:r>
              <a:rPr lang="vi-VN" sz="1900" b="1">
                <a:solidFill>
                  <a:srgbClr val="1F1F1F"/>
                </a:solidFill>
                <a:latin typeface="Arial"/>
              </a:rPr>
              <a:t>Xét theo thứ tự đăng kí</a:t>
            </a:r>
          </a:p>
          <a:p>
            <a:pPr>
              <a:spcBef>
                <a:spcPts val="800"/>
              </a:spcBef>
            </a:pPr>
            <a:r>
              <a:rPr lang="vi-VN" sz="1500">
                <a:solidFill>
                  <a:srgbClr val="555B58"/>
                </a:solidFill>
                <a:latin typeface="Arial"/>
              </a:rPr>
              <a:t>Xét theo thứ tự đăng ký chỉ đánh giá tốc độ chứ không xét trình độ hay nguyện vọng</a:t>
            </a:r>
          </a:p>
        </p:txBody>
      </p:sp>
      <p:sp>
        <p:nvSpPr>
          <p:cNvPr id="9" name="Rounded Rectangle 8"/>
          <p:cNvSpPr/>
          <p:nvPr/>
        </p:nvSpPr>
        <p:spPr>
          <a:xfrm>
            <a:off x="6236207" y="1828800"/>
            <a:ext cx="5120640" cy="210312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556247" y="2148840"/>
            <a:ext cx="777240" cy="77724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lip_moss.png"/>
          <p:cNvPicPr>
            <a:picLocks noChangeAspect="1"/>
          </p:cNvPicPr>
          <p:nvPr/>
        </p:nvPicPr>
        <p:blipFill>
          <a:blip r:embed="rId3"/>
          <a:stretch>
            <a:fillRect/>
          </a:stretch>
        </p:blipFill>
        <p:spPr>
          <a:xfrm>
            <a:off x="6758330" y="2350922"/>
            <a:ext cx="373075" cy="373075"/>
          </a:xfrm>
          <a:prstGeom prst="rect">
            <a:avLst/>
          </a:prstGeom>
        </p:spPr>
      </p:pic>
      <p:sp>
        <p:nvSpPr>
          <p:cNvPr id="12" name="TextBox 11"/>
          <p:cNvSpPr txBox="1"/>
          <p:nvPr/>
        </p:nvSpPr>
        <p:spPr>
          <a:xfrm>
            <a:off x="7562088" y="2176272"/>
            <a:ext cx="3474720" cy="1554479"/>
          </a:xfrm>
          <a:prstGeom prst="rect">
            <a:avLst/>
          </a:prstGeom>
          <a:noFill/>
        </p:spPr>
        <p:txBody>
          <a:bodyPr wrap="square" lIns="0" tIns="0" rIns="0" bIns="0" anchor="t">
            <a:spAutoFit/>
          </a:bodyPr>
          <a:lstStyle/>
          <a:p>
            <a:pPr algn="l"/>
            <a:r>
              <a:rPr lang="vi-VN" sz="1900" b="1">
                <a:solidFill>
                  <a:srgbClr val="1F1F1F"/>
                </a:solidFill>
                <a:latin typeface="Arial"/>
              </a:rPr>
              <a:t>Đảm bảo chất lượng đầu vào</a:t>
            </a:r>
          </a:p>
          <a:p>
            <a:pPr>
              <a:spcBef>
                <a:spcPts val="800"/>
              </a:spcBef>
            </a:pPr>
            <a:r>
              <a:rPr lang="vi-VN" sz="1500">
                <a:solidFill>
                  <a:srgbClr val="555B58"/>
                </a:solidFill>
                <a:latin typeface="Arial"/>
              </a:rPr>
              <a:t>Những CLB không thể đánh giá chất lượng đầu vào</a:t>
            </a:r>
          </a:p>
        </p:txBody>
      </p:sp>
      <p:sp>
        <p:nvSpPr>
          <p:cNvPr id="13" name="Rounded Rectangle 12"/>
          <p:cNvSpPr/>
          <p:nvPr/>
        </p:nvSpPr>
        <p:spPr>
          <a:xfrm>
            <a:off x="841248" y="4206240"/>
            <a:ext cx="5120640" cy="210312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161288" y="4526279"/>
            <a:ext cx="777240" cy="77724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hands_moss.png"/>
          <p:cNvPicPr>
            <a:picLocks noChangeAspect="1"/>
          </p:cNvPicPr>
          <p:nvPr/>
        </p:nvPicPr>
        <p:blipFill>
          <a:blip r:embed="rId4"/>
          <a:stretch>
            <a:fillRect/>
          </a:stretch>
        </p:blipFill>
        <p:spPr>
          <a:xfrm>
            <a:off x="1363370" y="4728362"/>
            <a:ext cx="373075" cy="373075"/>
          </a:xfrm>
          <a:prstGeom prst="rect">
            <a:avLst/>
          </a:prstGeom>
        </p:spPr>
      </p:pic>
      <p:sp>
        <p:nvSpPr>
          <p:cNvPr id="16" name="TextBox 15"/>
          <p:cNvSpPr txBox="1"/>
          <p:nvPr/>
        </p:nvSpPr>
        <p:spPr>
          <a:xfrm>
            <a:off x="2167128" y="4553712"/>
            <a:ext cx="3474720" cy="1554479"/>
          </a:xfrm>
          <a:prstGeom prst="rect">
            <a:avLst/>
          </a:prstGeom>
          <a:noFill/>
        </p:spPr>
        <p:txBody>
          <a:bodyPr wrap="square" lIns="0" tIns="0" rIns="0" bIns="0" anchor="t">
            <a:spAutoFit/>
          </a:bodyPr>
          <a:lstStyle/>
          <a:p>
            <a:pPr algn="l"/>
            <a:r>
              <a:rPr lang="vi-VN" sz="1900" b="1">
                <a:solidFill>
                  <a:srgbClr val="1F1F1F"/>
                </a:solidFill>
                <a:latin typeface="Arial"/>
              </a:rPr>
              <a:t>Cần phải hỗ trợ các HS có hoàn cảnh</a:t>
            </a:r>
          </a:p>
          <a:p>
            <a:pPr>
              <a:spcBef>
                <a:spcPts val="800"/>
              </a:spcBef>
            </a:pPr>
            <a:r>
              <a:rPr lang="vi-VN" sz="1500">
                <a:solidFill>
                  <a:srgbClr val="555B58"/>
                </a:solidFill>
                <a:latin typeface="Arial"/>
              </a:rPr>
              <a:t>Lời giải cần tạo cách để ưu tiên các HS khó khăn vào CLB nếu cần thiết</a:t>
            </a:r>
          </a:p>
        </p:txBody>
      </p:sp>
      <p:sp>
        <p:nvSpPr>
          <p:cNvPr id="17" name="Rounded Rectangle 16"/>
          <p:cNvSpPr/>
          <p:nvPr/>
        </p:nvSpPr>
        <p:spPr>
          <a:xfrm>
            <a:off x="6236207" y="4206240"/>
            <a:ext cx="5120640" cy="210312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556247" y="4526279"/>
            <a:ext cx="777240" cy="77724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users_moss.png"/>
          <p:cNvPicPr>
            <a:picLocks noChangeAspect="1"/>
          </p:cNvPicPr>
          <p:nvPr/>
        </p:nvPicPr>
        <p:blipFill>
          <a:blip r:embed="rId5"/>
          <a:stretch>
            <a:fillRect/>
          </a:stretch>
        </p:blipFill>
        <p:spPr>
          <a:xfrm>
            <a:off x="6758330" y="4728362"/>
            <a:ext cx="373075" cy="373075"/>
          </a:xfrm>
          <a:prstGeom prst="rect">
            <a:avLst/>
          </a:prstGeom>
        </p:spPr>
      </p:pic>
      <p:sp>
        <p:nvSpPr>
          <p:cNvPr id="20" name="TextBox 19"/>
          <p:cNvSpPr txBox="1"/>
          <p:nvPr/>
        </p:nvSpPr>
        <p:spPr>
          <a:xfrm>
            <a:off x="7562088" y="4553712"/>
            <a:ext cx="3474720" cy="1554479"/>
          </a:xfrm>
          <a:prstGeom prst="rect">
            <a:avLst/>
          </a:prstGeom>
          <a:noFill/>
        </p:spPr>
        <p:txBody>
          <a:bodyPr wrap="square" lIns="0" tIns="0" rIns="0" bIns="0" anchor="t">
            <a:spAutoFit/>
          </a:bodyPr>
          <a:lstStyle/>
          <a:p>
            <a:pPr algn="l"/>
            <a:r>
              <a:rPr lang="vi-VN" sz="1900" b="1">
                <a:solidFill>
                  <a:srgbClr val="1F1F1F"/>
                </a:solidFill>
                <a:latin typeface="Arial"/>
              </a:rPr>
              <a:t>Số chỗ có thể ít hơn số lượng HS</a:t>
            </a:r>
          </a:p>
          <a:p>
            <a:pPr>
              <a:spcBef>
                <a:spcPts val="800"/>
              </a:spcBef>
            </a:pPr>
            <a:r>
              <a:rPr lang="vi-VN" sz="1500">
                <a:solidFill>
                  <a:srgbClr val="555B58"/>
                </a:solidFill>
                <a:latin typeface="Arial"/>
              </a:rPr>
              <a:t>Có thể có ít chỗ hơn số lượng học sinh</a:t>
            </a:r>
          </a:p>
        </p:txBody>
      </p:sp>
    </p:spTree>
    <p:extLst>
      <p:ext uri="{BB962C8B-B14F-4D97-AF65-F5344CB8AC3E}">
        <p14:creationId xmlns:p14="http://schemas.microsoft.com/office/powerpoint/2010/main" val="2932681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03F206-DF21-F43A-978F-233DD242D828}"/>
              </a:ext>
            </a:extLst>
          </p:cNvPr>
          <p:cNvSpPr>
            <a:spLocks noGrp="1"/>
          </p:cNvSpPr>
          <p:nvPr>
            <p:ph type="title"/>
          </p:nvPr>
        </p:nvSpPr>
        <p:spPr/>
        <p:txBody>
          <a:bodyPr/>
          <a:lstStyle/>
          <a:p>
            <a:r>
              <a:rPr lang="vi-VN"/>
              <a:t>2. Giải pháp với 3 bước đơn giản</a:t>
            </a:r>
            <a:endParaRPr lang="vi-VN" dirty="0"/>
          </a:p>
        </p:txBody>
      </p:sp>
      <p:sp>
        <p:nvSpPr>
          <p:cNvPr id="8" name="Rounded Rectangle 7"/>
          <p:cNvSpPr/>
          <p:nvPr/>
        </p:nvSpPr>
        <p:spPr>
          <a:xfrm>
            <a:off x="841248" y="1874519"/>
            <a:ext cx="3108960" cy="402336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61288" y="2240279"/>
            <a:ext cx="914400" cy="91440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xcel_moss.png"/>
          <p:cNvPicPr>
            <a:picLocks noChangeAspect="1"/>
          </p:cNvPicPr>
          <p:nvPr/>
        </p:nvPicPr>
        <p:blipFill>
          <a:blip r:embed="rId2"/>
          <a:stretch>
            <a:fillRect/>
          </a:stretch>
        </p:blipFill>
        <p:spPr>
          <a:xfrm>
            <a:off x="1399032" y="2478024"/>
            <a:ext cx="438912" cy="438912"/>
          </a:xfrm>
          <a:prstGeom prst="rect">
            <a:avLst/>
          </a:prstGeom>
        </p:spPr>
      </p:pic>
      <p:sp>
        <p:nvSpPr>
          <p:cNvPr id="11" name="TextBox 10"/>
          <p:cNvSpPr txBox="1"/>
          <p:nvPr/>
        </p:nvSpPr>
        <p:spPr>
          <a:xfrm>
            <a:off x="1161288" y="3383279"/>
            <a:ext cx="2468880" cy="365760"/>
          </a:xfrm>
          <a:prstGeom prst="rect">
            <a:avLst/>
          </a:prstGeom>
          <a:noFill/>
        </p:spPr>
        <p:txBody>
          <a:bodyPr wrap="square" lIns="0" tIns="0" rIns="0" bIns="0" anchor="t">
            <a:spAutoFit/>
          </a:bodyPr>
          <a:lstStyle/>
          <a:p>
            <a:pPr algn="l"/>
            <a:r>
              <a:rPr lang="vi-VN" sz="1300" b="1" spc="150">
                <a:solidFill>
                  <a:srgbClr val="3F6B52"/>
                </a:solidFill>
                <a:latin typeface="Arial"/>
              </a:rPr>
              <a:t>ĐẦU VÀO</a:t>
            </a:r>
          </a:p>
        </p:txBody>
      </p:sp>
      <p:sp>
        <p:nvSpPr>
          <p:cNvPr id="12" name="TextBox 11"/>
          <p:cNvSpPr txBox="1"/>
          <p:nvPr/>
        </p:nvSpPr>
        <p:spPr>
          <a:xfrm>
            <a:off x="1161288" y="3794760"/>
            <a:ext cx="2468880" cy="2011680"/>
          </a:xfrm>
          <a:prstGeom prst="rect">
            <a:avLst/>
          </a:prstGeom>
          <a:noFill/>
        </p:spPr>
        <p:txBody>
          <a:bodyPr wrap="square" lIns="0" tIns="0" rIns="0" bIns="0" anchor="t">
            <a:spAutoFit/>
          </a:bodyPr>
          <a:lstStyle/>
          <a:p>
            <a:pPr algn="l"/>
            <a:r>
              <a:rPr lang="vi-VN" sz="1600" b="0">
                <a:solidFill>
                  <a:srgbClr val="1F1F1F"/>
                </a:solidFill>
                <a:latin typeface="Arial"/>
              </a:rPr>
              <a:t>Nạp ba tệp excel chứa danh sách CLB, các CLB học sinh muốn thi và điểm tương ứng, thứ tự sắp xếp của học sinh</a:t>
            </a:r>
          </a:p>
        </p:txBody>
      </p:sp>
      <p:sp>
        <p:nvSpPr>
          <p:cNvPr id="13" name="Right Arrow 12"/>
          <p:cNvSpPr/>
          <p:nvPr/>
        </p:nvSpPr>
        <p:spPr>
          <a:xfrm>
            <a:off x="4059936" y="3703320"/>
            <a:ext cx="374904" cy="365760"/>
          </a:xfrm>
          <a:prstGeom prst="rightArrow">
            <a:avLst/>
          </a:prstGeom>
          <a:solidFill>
            <a:srgbClr val="D5D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44568" y="1874519"/>
            <a:ext cx="3108960" cy="4023360"/>
          </a:xfrm>
          <a:prstGeom prst="roundRect">
            <a:avLst>
              <a:gd name="adj" fmla="val 6000"/>
            </a:avLst>
          </a:prstGeom>
          <a:solidFill>
            <a:srgbClr val="3F6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864607" y="2240279"/>
            <a:ext cx="914400" cy="914400"/>
          </a:xfrm>
          <a:prstGeom prst="ellipse">
            <a:avLst/>
          </a:prstGeom>
          <a:solidFill>
            <a:srgbClr val="2F5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ogs_white.png"/>
          <p:cNvPicPr>
            <a:picLocks noChangeAspect="1"/>
          </p:cNvPicPr>
          <p:nvPr/>
        </p:nvPicPr>
        <p:blipFill>
          <a:blip r:embed="rId3"/>
          <a:stretch>
            <a:fillRect/>
          </a:stretch>
        </p:blipFill>
        <p:spPr>
          <a:xfrm>
            <a:off x="5102351" y="2478024"/>
            <a:ext cx="438912" cy="438912"/>
          </a:xfrm>
          <a:prstGeom prst="rect">
            <a:avLst/>
          </a:prstGeom>
        </p:spPr>
      </p:pic>
      <p:sp>
        <p:nvSpPr>
          <p:cNvPr id="17" name="TextBox 16"/>
          <p:cNvSpPr txBox="1"/>
          <p:nvPr/>
        </p:nvSpPr>
        <p:spPr>
          <a:xfrm>
            <a:off x="4864607" y="3383279"/>
            <a:ext cx="2468880" cy="365760"/>
          </a:xfrm>
          <a:prstGeom prst="rect">
            <a:avLst/>
          </a:prstGeom>
          <a:noFill/>
        </p:spPr>
        <p:txBody>
          <a:bodyPr wrap="square" lIns="0" tIns="0" rIns="0" bIns="0" anchor="t">
            <a:spAutoFit/>
          </a:bodyPr>
          <a:lstStyle/>
          <a:p>
            <a:pPr algn="l"/>
            <a:r>
              <a:rPr lang="vi-VN" sz="1300" b="1" spc="150">
                <a:solidFill>
                  <a:srgbClr val="DCE9E0"/>
                </a:solidFill>
                <a:latin typeface="Arial"/>
              </a:rPr>
              <a:t>PHẦN MỀM SẼ</a:t>
            </a:r>
          </a:p>
        </p:txBody>
      </p:sp>
      <p:sp>
        <p:nvSpPr>
          <p:cNvPr id="18" name="TextBox 17"/>
          <p:cNvSpPr txBox="1"/>
          <p:nvPr/>
        </p:nvSpPr>
        <p:spPr>
          <a:xfrm>
            <a:off x="4864607" y="3794760"/>
            <a:ext cx="2468880" cy="2011680"/>
          </a:xfrm>
          <a:prstGeom prst="rect">
            <a:avLst/>
          </a:prstGeom>
          <a:noFill/>
        </p:spPr>
        <p:txBody>
          <a:bodyPr wrap="square" lIns="0" tIns="0" rIns="0" bIns="0" anchor="t">
            <a:spAutoFit/>
          </a:bodyPr>
          <a:lstStyle/>
          <a:p>
            <a:pPr algn="l"/>
            <a:r>
              <a:rPr lang="vi-VN" sz="1600" b="1">
                <a:solidFill>
                  <a:srgbClr val="FFFFFF"/>
                </a:solidFill>
                <a:latin typeface="Arial"/>
              </a:rPr>
              <a:t>Xử lí các dữ liệu đó</a:t>
            </a:r>
          </a:p>
        </p:txBody>
      </p:sp>
      <p:sp>
        <p:nvSpPr>
          <p:cNvPr id="19" name="Right Arrow 18"/>
          <p:cNvSpPr/>
          <p:nvPr/>
        </p:nvSpPr>
        <p:spPr>
          <a:xfrm>
            <a:off x="7763255" y="3703320"/>
            <a:ext cx="374904" cy="365760"/>
          </a:xfrm>
          <a:prstGeom prst="rightArrow">
            <a:avLst/>
          </a:prstGeom>
          <a:solidFill>
            <a:srgbClr val="D5D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247888" y="1874519"/>
            <a:ext cx="3108960" cy="402336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567928" y="2240279"/>
            <a:ext cx="914400" cy="91440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list_moss.png"/>
          <p:cNvPicPr>
            <a:picLocks noChangeAspect="1"/>
          </p:cNvPicPr>
          <p:nvPr/>
        </p:nvPicPr>
        <p:blipFill>
          <a:blip r:embed="rId4"/>
          <a:stretch>
            <a:fillRect/>
          </a:stretch>
        </p:blipFill>
        <p:spPr>
          <a:xfrm>
            <a:off x="8805672" y="2478024"/>
            <a:ext cx="438912" cy="438912"/>
          </a:xfrm>
          <a:prstGeom prst="rect">
            <a:avLst/>
          </a:prstGeom>
        </p:spPr>
      </p:pic>
      <p:sp>
        <p:nvSpPr>
          <p:cNvPr id="23" name="TextBox 22"/>
          <p:cNvSpPr txBox="1"/>
          <p:nvPr/>
        </p:nvSpPr>
        <p:spPr>
          <a:xfrm>
            <a:off x="8567928" y="3383279"/>
            <a:ext cx="2468880" cy="365760"/>
          </a:xfrm>
          <a:prstGeom prst="rect">
            <a:avLst/>
          </a:prstGeom>
          <a:noFill/>
        </p:spPr>
        <p:txBody>
          <a:bodyPr wrap="square" lIns="0" tIns="0" rIns="0" bIns="0" anchor="t">
            <a:spAutoFit/>
          </a:bodyPr>
          <a:lstStyle/>
          <a:p>
            <a:pPr algn="l"/>
            <a:r>
              <a:rPr lang="vi-VN" sz="1300" b="1" spc="150">
                <a:solidFill>
                  <a:srgbClr val="3F6B52"/>
                </a:solidFill>
                <a:latin typeface="Arial"/>
              </a:rPr>
              <a:t>ĐẦU RA</a:t>
            </a:r>
          </a:p>
        </p:txBody>
      </p:sp>
      <p:sp>
        <p:nvSpPr>
          <p:cNvPr id="24" name="TextBox 23"/>
          <p:cNvSpPr txBox="1"/>
          <p:nvPr/>
        </p:nvSpPr>
        <p:spPr>
          <a:xfrm>
            <a:off x="8567928" y="3794760"/>
            <a:ext cx="2468880" cy="2011680"/>
          </a:xfrm>
          <a:prstGeom prst="rect">
            <a:avLst/>
          </a:prstGeom>
          <a:noFill/>
        </p:spPr>
        <p:txBody>
          <a:bodyPr wrap="square" lIns="0" tIns="0" rIns="0" bIns="0" anchor="t">
            <a:spAutoFit/>
          </a:bodyPr>
          <a:lstStyle/>
          <a:p>
            <a:pPr algn="l"/>
            <a:r>
              <a:rPr lang="vi-VN" sz="1600" b="0">
                <a:solidFill>
                  <a:srgbClr val="1F1F1F"/>
                </a:solidFill>
                <a:latin typeface="Arial"/>
              </a:rPr>
              <a:t>Hiển thị thông số như danh sách HS đạt các CLB, danh sách HS chưa có chỗ, thời khóa biểu CLB của học sinh,…</a:t>
            </a:r>
          </a:p>
        </p:txBody>
      </p:sp>
    </p:spTree>
    <p:extLst>
      <p:ext uri="{BB962C8B-B14F-4D97-AF65-F5344CB8AC3E}">
        <p14:creationId xmlns:p14="http://schemas.microsoft.com/office/powerpoint/2010/main" val="615299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83993-FB92-50AB-8C83-A7268C03DCA2}"/>
              </a:ext>
            </a:extLst>
          </p:cNvPr>
          <p:cNvSpPr>
            <a:spLocks noGrp="1"/>
          </p:cNvSpPr>
          <p:nvPr>
            <p:ph type="title"/>
          </p:nvPr>
        </p:nvSpPr>
        <p:spPr/>
        <p:txBody>
          <a:bodyPr/>
          <a:lstStyle/>
          <a:p>
            <a:r>
              <a:rPr lang="vi-VN"/>
              <a:t>Năm bước thao tác</a:t>
            </a:r>
            <a:endParaRPr lang="vi-VN" dirty="0"/>
          </a:p>
        </p:txBody>
      </p:sp>
      <p:cxnSp>
        <p:nvCxnSpPr>
          <p:cNvPr id="3" name="Connector 2"/>
          <p:cNvCxnSpPr/>
          <p:nvPr/>
        </p:nvCxnSpPr>
        <p:spPr>
          <a:xfrm>
            <a:off x="2155698" y="2560320"/>
            <a:ext cx="7886700" cy="0"/>
          </a:xfrm>
          <a:prstGeom prst="line">
            <a:avLst/>
          </a:prstGeom>
          <a:ln w="38100">
            <a:solidFill>
              <a:srgbClr val="D5D8D2"/>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744218" y="2148840"/>
            <a:ext cx="822960" cy="822960"/>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100" b="1">
                <a:solidFill>
                  <a:srgbClr val="FFFFFF"/>
                </a:solidFill>
                <a:latin typeface="Arial"/>
              </a:rPr>
              <a:t>1</a:t>
            </a:r>
          </a:p>
        </p:txBody>
      </p:sp>
      <p:sp>
        <p:nvSpPr>
          <p:cNvPr id="5" name="Rounded Rectangle 4"/>
          <p:cNvSpPr/>
          <p:nvPr/>
        </p:nvSpPr>
        <p:spPr>
          <a:xfrm>
            <a:off x="950976" y="3429000"/>
            <a:ext cx="2409444" cy="23774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744218" y="3703320"/>
            <a:ext cx="822960" cy="82296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cel_moss.png"/>
          <p:cNvPicPr>
            <a:picLocks noChangeAspect="1"/>
          </p:cNvPicPr>
          <p:nvPr/>
        </p:nvPicPr>
        <p:blipFill>
          <a:blip r:embed="rId2"/>
          <a:stretch>
            <a:fillRect/>
          </a:stretch>
        </p:blipFill>
        <p:spPr>
          <a:xfrm>
            <a:off x="1958187" y="3917289"/>
            <a:ext cx="395020" cy="395020"/>
          </a:xfrm>
          <a:prstGeom prst="rect">
            <a:avLst/>
          </a:prstGeom>
        </p:spPr>
      </p:pic>
      <p:sp>
        <p:nvSpPr>
          <p:cNvPr id="8" name="TextBox 7"/>
          <p:cNvSpPr txBox="1"/>
          <p:nvPr/>
        </p:nvSpPr>
        <p:spPr>
          <a:xfrm>
            <a:off x="1133856" y="4709160"/>
            <a:ext cx="2043684" cy="914400"/>
          </a:xfrm>
          <a:prstGeom prst="rect">
            <a:avLst/>
          </a:prstGeom>
          <a:noFill/>
        </p:spPr>
        <p:txBody>
          <a:bodyPr wrap="square" lIns="0" tIns="0" rIns="0" bIns="0" anchor="t">
            <a:spAutoFit/>
          </a:bodyPr>
          <a:lstStyle/>
          <a:p>
            <a:pPr algn="ctr"/>
            <a:r>
              <a:rPr lang="vi-VN" sz="1800" b="1">
                <a:solidFill>
                  <a:srgbClr val="1F1F1F"/>
                </a:solidFill>
                <a:latin typeface="Arial"/>
              </a:rPr>
              <a:t>Nạp ba tệp excel</a:t>
            </a:r>
          </a:p>
        </p:txBody>
      </p:sp>
      <p:sp>
        <p:nvSpPr>
          <p:cNvPr id="9" name="Oval 8"/>
          <p:cNvSpPr/>
          <p:nvPr/>
        </p:nvSpPr>
        <p:spPr>
          <a:xfrm>
            <a:off x="4373118" y="2148840"/>
            <a:ext cx="822960" cy="822960"/>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100" b="1">
                <a:solidFill>
                  <a:srgbClr val="FFFFFF"/>
                </a:solidFill>
                <a:latin typeface="Arial"/>
              </a:rPr>
              <a:t>2</a:t>
            </a:r>
          </a:p>
        </p:txBody>
      </p:sp>
      <p:sp>
        <p:nvSpPr>
          <p:cNvPr id="10" name="Rounded Rectangle 9"/>
          <p:cNvSpPr/>
          <p:nvPr/>
        </p:nvSpPr>
        <p:spPr>
          <a:xfrm>
            <a:off x="3579876" y="3429000"/>
            <a:ext cx="2409444" cy="23774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373118" y="3703320"/>
            <a:ext cx="822960" cy="82296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warn_moss.png"/>
          <p:cNvPicPr>
            <a:picLocks noChangeAspect="1"/>
          </p:cNvPicPr>
          <p:nvPr/>
        </p:nvPicPr>
        <p:blipFill>
          <a:blip r:embed="rId3"/>
          <a:stretch>
            <a:fillRect/>
          </a:stretch>
        </p:blipFill>
        <p:spPr>
          <a:xfrm>
            <a:off x="4587087" y="3917289"/>
            <a:ext cx="395020" cy="395020"/>
          </a:xfrm>
          <a:prstGeom prst="rect">
            <a:avLst/>
          </a:prstGeom>
        </p:spPr>
      </p:pic>
      <p:sp>
        <p:nvSpPr>
          <p:cNvPr id="13" name="TextBox 12"/>
          <p:cNvSpPr txBox="1"/>
          <p:nvPr/>
        </p:nvSpPr>
        <p:spPr>
          <a:xfrm>
            <a:off x="3762756" y="4709160"/>
            <a:ext cx="2043684" cy="914400"/>
          </a:xfrm>
          <a:prstGeom prst="rect">
            <a:avLst/>
          </a:prstGeom>
          <a:noFill/>
        </p:spPr>
        <p:txBody>
          <a:bodyPr wrap="square" lIns="0" tIns="0" rIns="0" bIns="0" anchor="t">
            <a:spAutoFit/>
          </a:bodyPr>
          <a:lstStyle/>
          <a:p>
            <a:pPr algn="ctr"/>
            <a:r>
              <a:rPr lang="vi-VN" sz="1800" b="1">
                <a:solidFill>
                  <a:srgbClr val="1F1F1F"/>
                </a:solidFill>
                <a:latin typeface="Arial"/>
              </a:rPr>
              <a:t>Xem mục cảnh báo dữ liệu</a:t>
            </a:r>
          </a:p>
        </p:txBody>
      </p:sp>
      <p:sp>
        <p:nvSpPr>
          <p:cNvPr id="14" name="Oval 13"/>
          <p:cNvSpPr/>
          <p:nvPr/>
        </p:nvSpPr>
        <p:spPr>
          <a:xfrm>
            <a:off x="7002018" y="2148840"/>
            <a:ext cx="822960" cy="822960"/>
          </a:xfrm>
          <a:prstGeom prst="ellipse">
            <a:avLst/>
          </a:prstGeom>
          <a:solidFill>
            <a:srgbClr val="3F6B5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100" b="1">
                <a:solidFill>
                  <a:srgbClr val="FFFFFF"/>
                </a:solidFill>
                <a:latin typeface="Arial"/>
              </a:rPr>
              <a:t>3</a:t>
            </a:r>
          </a:p>
        </p:txBody>
      </p:sp>
      <p:sp>
        <p:nvSpPr>
          <p:cNvPr id="15" name="Rounded Rectangle 14"/>
          <p:cNvSpPr/>
          <p:nvPr/>
        </p:nvSpPr>
        <p:spPr>
          <a:xfrm>
            <a:off x="6208776" y="3429000"/>
            <a:ext cx="2409444" cy="23774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002018" y="3703320"/>
            <a:ext cx="822960" cy="82296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play_moss.png"/>
          <p:cNvPicPr>
            <a:picLocks noChangeAspect="1"/>
          </p:cNvPicPr>
          <p:nvPr/>
        </p:nvPicPr>
        <p:blipFill>
          <a:blip r:embed="rId4"/>
          <a:stretch>
            <a:fillRect/>
          </a:stretch>
        </p:blipFill>
        <p:spPr>
          <a:xfrm>
            <a:off x="7215987" y="3917289"/>
            <a:ext cx="395020" cy="395020"/>
          </a:xfrm>
          <a:prstGeom prst="rect">
            <a:avLst/>
          </a:prstGeom>
        </p:spPr>
      </p:pic>
      <p:sp>
        <p:nvSpPr>
          <p:cNvPr id="18" name="TextBox 17"/>
          <p:cNvSpPr txBox="1"/>
          <p:nvPr/>
        </p:nvSpPr>
        <p:spPr>
          <a:xfrm>
            <a:off x="6391656" y="4709160"/>
            <a:ext cx="2043684" cy="914400"/>
          </a:xfrm>
          <a:prstGeom prst="rect">
            <a:avLst/>
          </a:prstGeom>
          <a:noFill/>
        </p:spPr>
        <p:txBody>
          <a:bodyPr wrap="square" lIns="0" tIns="0" rIns="0" bIns="0" anchor="t">
            <a:spAutoFit/>
          </a:bodyPr>
          <a:lstStyle/>
          <a:p>
            <a:pPr algn="ctr"/>
            <a:r>
              <a:rPr lang="vi-VN" sz="1800" b="1">
                <a:solidFill>
                  <a:srgbClr val="1F1F1F"/>
                </a:solidFill>
                <a:latin typeface="Arial"/>
              </a:rPr>
              <a:t>Bấm chạy sắp xếp</a:t>
            </a:r>
          </a:p>
        </p:txBody>
      </p:sp>
      <p:sp>
        <p:nvSpPr>
          <p:cNvPr id="19" name="Oval 18"/>
          <p:cNvSpPr/>
          <p:nvPr/>
        </p:nvSpPr>
        <p:spPr>
          <a:xfrm>
            <a:off x="9630918" y="2148840"/>
            <a:ext cx="822960" cy="822960"/>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100" b="1">
                <a:solidFill>
                  <a:srgbClr val="FFFFFF"/>
                </a:solidFill>
                <a:latin typeface="Arial"/>
              </a:rPr>
              <a:t>4</a:t>
            </a:r>
          </a:p>
        </p:txBody>
      </p:sp>
      <p:sp>
        <p:nvSpPr>
          <p:cNvPr id="20" name="Rounded Rectangle 19"/>
          <p:cNvSpPr/>
          <p:nvPr/>
        </p:nvSpPr>
        <p:spPr>
          <a:xfrm>
            <a:off x="8837676" y="3429000"/>
            <a:ext cx="2409444" cy="23774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9630918" y="3703320"/>
            <a:ext cx="822960" cy="822960"/>
          </a:xfrm>
          <a:prstGeom prst="ellipse">
            <a:avLst/>
          </a:prstGeom>
          <a:solidFill>
            <a:srgbClr val="D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export_moss.png"/>
          <p:cNvPicPr>
            <a:picLocks noChangeAspect="1"/>
          </p:cNvPicPr>
          <p:nvPr/>
        </p:nvPicPr>
        <p:blipFill>
          <a:blip r:embed="rId5"/>
          <a:stretch>
            <a:fillRect/>
          </a:stretch>
        </p:blipFill>
        <p:spPr>
          <a:xfrm>
            <a:off x="9844887" y="3917289"/>
            <a:ext cx="395020" cy="395020"/>
          </a:xfrm>
          <a:prstGeom prst="rect">
            <a:avLst/>
          </a:prstGeom>
        </p:spPr>
      </p:pic>
      <p:sp>
        <p:nvSpPr>
          <p:cNvPr id="23" name="TextBox 22"/>
          <p:cNvSpPr txBox="1"/>
          <p:nvPr/>
        </p:nvSpPr>
        <p:spPr>
          <a:xfrm>
            <a:off x="9020555" y="4709160"/>
            <a:ext cx="2043684" cy="914400"/>
          </a:xfrm>
          <a:prstGeom prst="rect">
            <a:avLst/>
          </a:prstGeom>
          <a:noFill/>
        </p:spPr>
        <p:txBody>
          <a:bodyPr wrap="square" lIns="0" tIns="0" rIns="0" bIns="0" anchor="t">
            <a:spAutoFit/>
          </a:bodyPr>
          <a:lstStyle/>
          <a:p>
            <a:pPr algn="ctr"/>
            <a:r>
              <a:rPr lang="vi-VN" sz="1800" b="1">
                <a:solidFill>
                  <a:srgbClr val="1F1F1F"/>
                </a:solidFill>
                <a:latin typeface="Arial"/>
              </a:rPr>
              <a:t>Xuất file kết quả</a:t>
            </a:r>
          </a:p>
        </p:txBody>
      </p:sp>
    </p:spTree>
    <p:extLst>
      <p:ext uri="{BB962C8B-B14F-4D97-AF65-F5344CB8AC3E}">
        <p14:creationId xmlns:p14="http://schemas.microsoft.com/office/powerpoint/2010/main" val="3462855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72CF-6560-DA21-3636-DED87FF2DFAC}"/>
              </a:ext>
            </a:extLst>
          </p:cNvPr>
          <p:cNvSpPr>
            <a:spLocks noGrp="1"/>
          </p:cNvSpPr>
          <p:nvPr>
            <p:ph type="title"/>
          </p:nvPr>
        </p:nvSpPr>
        <p:spPr/>
        <p:txBody>
          <a:bodyPr/>
          <a:lstStyle/>
          <a:p>
            <a:r>
              <a:rPr lang="vi-VN"/>
              <a:t>Cách CLB xác định học sinh</a:t>
            </a:r>
            <a:endParaRPr lang="vi-VN" dirty="0"/>
          </a:p>
        </p:txBody>
      </p:sp>
      <p:sp>
        <p:nvSpPr>
          <p:cNvPr id="3" name="Content Placeholder 2">
            <a:extLst>
              <a:ext uri="{FF2B5EF4-FFF2-40B4-BE49-F238E27FC236}">
                <a16:creationId xmlns:a16="http://schemas.microsoft.com/office/drawing/2014/main" id="{395C117F-FA77-AF43-2AC8-D7C43D0977D8}"/>
              </a:ext>
            </a:extLst>
          </p:cNvPr>
          <p:cNvSpPr>
            <a:spLocks noGrp="1"/>
          </p:cNvSpPr>
          <p:nvPr>
            <p:ph idx="1"/>
          </p:nvPr>
        </p:nvSpPr>
        <p:spPr>
          <a:xfrm>
            <a:off x="841248" y="1828800"/>
            <a:ext cx="4846320" cy="4352544"/>
          </a:xfrm>
        </p:spPr>
        <p:txBody>
          <a:bodyPr/>
          <a:lstStyle/>
          <a:p>
            <a:pPr>
              <a:lnSpc>
                <a:spcPct val="110000"/>
              </a:lnSpc>
              <a:spcAft>
                <a:spcPts val="3000"/>
              </a:spcAft>
            </a:pPr>
            <a:r>
              <a:rPr lang="vi-VN" sz="3200" b="1"/>
              <a:t>Tầng 1:</a:t>
            </a:r>
            <a:r>
              <a:rPr lang="vi-VN" sz="3200"/>
              <a:t> Ưu tiên học sinh có thi CLB đó</a:t>
            </a:r>
          </a:p>
          <a:p>
            <a:pPr>
              <a:lnSpc>
                <a:spcPct val="110000"/>
              </a:lnSpc>
              <a:spcAft>
                <a:spcPts val="3000"/>
              </a:spcAft>
            </a:pPr>
            <a:r>
              <a:rPr lang="vi-VN" sz="3200" b="1"/>
              <a:t>Tầng 2:</a:t>
            </a:r>
            <a:r>
              <a:rPr lang="vi-VN" sz="3200"/>
              <a:t> HS không thi thì xếp theo số bốc thăm</a:t>
            </a:r>
            <a:endParaRPr lang="vi-VN"/>
          </a:p>
        </p:txBody>
      </p:sp>
      <p:pic>
        <p:nvPicPr>
          <p:cNvPr id="4" name="Picture 3" descr="el_scoring_c.png"/>
          <p:cNvPicPr>
            <a:picLocks noChangeAspect="1"/>
          </p:cNvPicPr>
          <p:nvPr/>
        </p:nvPicPr>
        <p:blipFill>
          <a:blip r:embed="rId2"/>
          <a:stretch>
            <a:fillRect/>
          </a:stretch>
        </p:blipFill>
        <p:spPr>
          <a:xfrm>
            <a:off x="5961888" y="1874519"/>
            <a:ext cx="5394960" cy="3132557"/>
          </a:xfrm>
          <a:prstGeom prst="rect">
            <a:avLst/>
          </a:prstGeom>
          <a:ln w="9525">
            <a:solidFill>
              <a:srgbClr val="D0D0D0"/>
            </a:solidFill>
          </a:ln>
        </p:spPr>
      </p:pic>
      <p:sp>
        <p:nvSpPr>
          <p:cNvPr id="5" name="TextBox 4"/>
          <p:cNvSpPr txBox="1"/>
          <p:nvPr/>
        </p:nvSpPr>
        <p:spPr>
          <a:xfrm>
            <a:off x="5961888" y="5098517"/>
            <a:ext cx="5394960" cy="274320"/>
          </a:xfrm>
          <a:prstGeom prst="rect">
            <a:avLst/>
          </a:prstGeom>
          <a:noFill/>
        </p:spPr>
        <p:txBody>
          <a:bodyPr wrap="square" lIns="0" tIns="0" rIns="0" bIns="0">
            <a:spAutoFit/>
          </a:bodyPr>
          <a:lstStyle/>
          <a:p>
            <a:r>
              <a:rPr lang="vi-VN" sz="1200" i="1">
                <a:solidFill>
                  <a:srgbClr val="595959"/>
                </a:solidFill>
                <a:latin typeface="Arial"/>
              </a:rPr>
              <a:t>Màn hình Nhập điểm: giáo viên chỉ thấy mã và họ tên học sinh.</a:t>
            </a:r>
          </a:p>
        </p:txBody>
      </p:sp>
    </p:spTree>
    <p:extLst>
      <p:ext uri="{BB962C8B-B14F-4D97-AF65-F5344CB8AC3E}">
        <p14:creationId xmlns:p14="http://schemas.microsoft.com/office/powerpoint/2010/main" val="3608510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Phần mềm vận hành qua 6 bước</a:t>
            </a:r>
          </a:p>
        </p:txBody>
      </p:sp>
      <p:sp>
        <p:nvSpPr>
          <p:cNvPr id="3" name="Content Placeholder 2"/>
          <p:cNvSpPr>
            <a:spLocks noGrp="1"/>
          </p:cNvSpPr>
          <p:nvPr>
            <p:ph idx="1"/>
          </p:nvPr>
        </p:nvSpPr>
        <p:spPr>
          <a:xfrm>
            <a:off x="841248" y="1828800"/>
            <a:ext cx="4846320" cy="4480560"/>
          </a:xfrm>
        </p:spPr>
        <p:txBody>
          <a:bodyPr>
            <a:normAutofit fontScale="92500" lnSpcReduction="10000"/>
          </a:bodyPr>
          <a:lstStyle/>
          <a:p>
            <a:pPr marL="0" indent="0">
              <a:lnSpc>
                <a:spcPct val="110000"/>
              </a:lnSpc>
              <a:spcAft>
                <a:spcPts val="1000"/>
              </a:spcAft>
              <a:buNone/>
            </a:pPr>
            <a:r>
              <a:rPr lang="vi-VN" sz="1800" b="1"/>
              <a:t>1. Sao lưu:</a:t>
            </a:r>
            <a:r>
              <a:rPr lang="vi-VN" sz="1800" b="0"/>
              <a:t> tự lưu một bản dữ liệu trước khi chạy</a:t>
            </a:r>
          </a:p>
          <a:p>
            <a:pPr marL="0" indent="0">
              <a:lnSpc>
                <a:spcPct val="110000"/>
              </a:lnSpc>
              <a:spcAft>
                <a:spcPts val="1000"/>
              </a:spcAft>
              <a:buNone/>
            </a:pPr>
            <a:r>
              <a:rPr lang="vi-VN" sz="1800" b="1"/>
              <a:t>2. Kiểm tra dữ liệu:</a:t>
            </a:r>
            <a:r>
              <a:rPr lang="vi-VN" sz="1800" b="0"/>
              <a:t> dữ liệu sai thì dừng lại, chưa bốc thăm</a:t>
            </a:r>
          </a:p>
          <a:p>
            <a:pPr marL="0" indent="0">
              <a:lnSpc>
                <a:spcPct val="110000"/>
              </a:lnSpc>
              <a:spcAft>
                <a:spcPts val="1000"/>
              </a:spcAft>
              <a:buNone/>
            </a:pPr>
            <a:r>
              <a:rPr lang="vi-VN" sz="1800" b="1"/>
              <a:t>3. Bốc thăm:</a:t>
            </a:r>
            <a:r>
              <a:rPr lang="vi-VN" sz="1800" b="0"/>
              <a:t> tạo số bốc thăm cho học sinh, khóa lại sau lần đầu</a:t>
            </a:r>
          </a:p>
          <a:p>
            <a:pPr marL="0" indent="0">
              <a:lnSpc>
                <a:spcPct val="110000"/>
              </a:lnSpc>
              <a:spcAft>
                <a:spcPts val="1000"/>
              </a:spcAft>
              <a:buNone/>
            </a:pPr>
            <a:r>
              <a:rPr lang="vi-VN" sz="1800" b="1"/>
              <a:t>4. Chạy thuật toán:</a:t>
            </a:r>
            <a:r>
              <a:rPr lang="vi-VN" sz="1800" b="0"/>
              <a:t> xếp học sinh vào CLB, kiểm tra kết quả ổn định</a:t>
            </a:r>
          </a:p>
          <a:p>
            <a:pPr marL="0" indent="0">
              <a:lnSpc>
                <a:spcPct val="110000"/>
              </a:lnSpc>
              <a:spcAft>
                <a:spcPts val="1000"/>
              </a:spcAft>
              <a:buNone/>
            </a:pPr>
            <a:r>
              <a:rPr lang="vi-VN" sz="1800" b="1"/>
              <a:t>5. Ghi kết quả:</a:t>
            </a:r>
            <a:r>
              <a:rPr lang="vi-VN" sz="1800" b="0"/>
              <a:t> chỉ lưu khi mọi bước đều đạt, lỗi thì hủy toàn bộ</a:t>
            </a:r>
          </a:p>
          <a:p>
            <a:pPr marL="0" indent="0">
              <a:lnSpc>
                <a:spcPct val="110000"/>
              </a:lnSpc>
              <a:spcAft>
                <a:spcPts val="1000"/>
              </a:spcAft>
              <a:buNone/>
            </a:pPr>
            <a:r>
              <a:rPr lang="vi-VN" sz="1800" b="1"/>
              <a:t>6. Xuất tệp:</a:t>
            </a:r>
            <a:r>
              <a:rPr lang="vi-VN" sz="1800" b="0"/>
              <a:t> tạo file kết quả cho nhà trường và từng CLB</a:t>
            </a:r>
          </a:p>
        </p:txBody>
      </p:sp>
      <p:sp>
        <p:nvSpPr>
          <p:cNvPr id="4" name="TextBox 3"/>
          <p:cNvSpPr txBox="1"/>
          <p:nvPr/>
        </p:nvSpPr>
        <p:spPr>
          <a:xfrm>
            <a:off x="6172200" y="1828800"/>
            <a:ext cx="5184648" cy="2926080"/>
          </a:xfrm>
          <a:prstGeom prst="rect">
            <a:avLst/>
          </a:prstGeom>
          <a:noFill/>
        </p:spPr>
        <p:txBody>
          <a:bodyPr wrap="square" lIns="0" tIns="0" rIns="0" bIns="0">
            <a:spAutoFit/>
          </a:bodyPr>
          <a:lstStyle/>
          <a:p>
            <a:pPr>
              <a:spcAft>
                <a:spcPts val="1000"/>
              </a:spcAft>
            </a:pPr>
            <a:r>
              <a:rPr lang="vi-VN" sz="2000" b="1" dirty="0">
                <a:solidFill>
                  <a:srgbClr val="1F1F1F"/>
                </a:solidFill>
              </a:rPr>
              <a:t>Bước 4 diễn ra thế nào</a:t>
            </a:r>
          </a:p>
          <a:p>
            <a:pPr>
              <a:spcAft>
                <a:spcPts val="600"/>
              </a:spcAft>
            </a:pPr>
            <a:r>
              <a:rPr lang="vi-VN" sz="1500" b="1" dirty="0">
                <a:solidFill>
                  <a:srgbClr val="1F1F1F"/>
                </a:solidFill>
              </a:rPr>
              <a:t>Nộp đơn: </a:t>
            </a:r>
            <a:r>
              <a:rPr lang="vi-VN" sz="1500" b="0" dirty="0">
                <a:solidFill>
                  <a:srgbClr val="1F1F1F"/>
                </a:solidFill>
              </a:rPr>
              <a:t>học sinh nộp đơn vào CLB theo thứ tự nguyện vọng.</a:t>
            </a:r>
          </a:p>
          <a:p>
            <a:pPr>
              <a:spcAft>
                <a:spcPts val="600"/>
              </a:spcAft>
            </a:pPr>
            <a:r>
              <a:rPr lang="vi-VN" sz="1500" b="1" dirty="0">
                <a:solidFill>
                  <a:srgbClr val="1F1F1F"/>
                </a:solidFill>
              </a:rPr>
              <a:t>Xếp hạng hai tầng: </a:t>
            </a:r>
            <a:r>
              <a:rPr lang="vi-VN" sz="1500" b="0" dirty="0">
                <a:solidFill>
                  <a:srgbClr val="1F1F1F"/>
                </a:solidFill>
              </a:rPr>
              <a:t>Tầng 1 là học sinh đã thi, xếp theo điểm; Tầng 2 là học sinh không thi, xếp theo bốc thăm.</a:t>
            </a:r>
          </a:p>
          <a:p>
            <a:pPr>
              <a:spcAft>
                <a:spcPts val="600"/>
              </a:spcAft>
            </a:pPr>
            <a:r>
              <a:rPr lang="vi-VN" sz="1500" b="1" dirty="0">
                <a:solidFill>
                  <a:srgbClr val="1F1F1F"/>
                </a:solidFill>
              </a:rPr>
              <a:t>Suất dự trữ: </a:t>
            </a:r>
            <a:r>
              <a:rPr lang="vi-VN" sz="1500" b="0" dirty="0">
                <a:solidFill>
                  <a:srgbClr val="1F1F1F"/>
                </a:solidFill>
              </a:rPr>
              <a:t>CLB có thể dành trước một số chỗ cho nhóm ưu tiên; không đủ học sinh thuộc nhóm thì chỗ thừa trả lại cho xét chung.</a:t>
            </a:r>
          </a:p>
          <a:p>
            <a:pPr>
              <a:spcAft>
                <a:spcPts val="600"/>
              </a:spcAft>
            </a:pPr>
            <a:r>
              <a:rPr lang="vi-VN" sz="1500" b="1" dirty="0">
                <a:solidFill>
                  <a:srgbClr val="1F1F1F"/>
                </a:solidFill>
              </a:rPr>
              <a:t>Giữ tạm: </a:t>
            </a:r>
            <a:r>
              <a:rPr lang="vi-VN" sz="1500" b="0" dirty="0">
                <a:solidFill>
                  <a:srgbClr val="1F1F1F"/>
                </a:solidFill>
              </a:rPr>
              <a:t>CLB giữ tạm đủ số chỗ, từ chối phần còn lại.</a:t>
            </a:r>
          </a:p>
          <a:p>
            <a:pPr>
              <a:spcAft>
                <a:spcPts val="600"/>
              </a:spcAft>
            </a:pPr>
            <a:r>
              <a:rPr lang="vi-VN" sz="1500" b="1" dirty="0">
                <a:solidFill>
                  <a:srgbClr val="1F1F1F"/>
                </a:solidFill>
              </a:rPr>
              <a:t>Lặp lại: </a:t>
            </a:r>
            <a:r>
              <a:rPr lang="vi-VN" sz="1500" b="0" dirty="0">
                <a:solidFill>
                  <a:srgbClr val="1F1F1F"/>
                </a:solidFill>
              </a:rPr>
              <a:t>học sinh bị từ chối nộp tiếp nguyện vọng sau, tới khi không còn ai nộp.</a:t>
            </a:r>
          </a:p>
        </p:txBody>
      </p:sp>
      <p:sp>
        <p:nvSpPr>
          <p:cNvPr id="5" name="TextBox 4"/>
          <p:cNvSpPr txBox="1"/>
          <p:nvPr/>
        </p:nvSpPr>
        <p:spPr>
          <a:xfrm>
            <a:off x="6172200" y="5029200"/>
            <a:ext cx="5184648" cy="320040"/>
          </a:xfrm>
          <a:prstGeom prst="rect">
            <a:avLst/>
          </a:prstGeom>
          <a:noFill/>
        </p:spPr>
        <p:txBody>
          <a:bodyPr wrap="square" lIns="0" tIns="0" rIns="0" bIns="0"/>
          <a:lstStyle/>
          <a:p>
            <a:pPr marL="0" indent="0" algn="l"/>
            <a:r>
              <a:rPr lang="vi-VN" sz="1500" b="1">
                <a:solidFill>
                  <a:srgbClr val="1F1F1F"/>
                </a:solidFill>
              </a:rPr>
              <a:t>Ví dụ: CLB Tin học có 2 chỗ</a:t>
            </a:r>
          </a:p>
        </p:txBody>
      </p:sp>
      <p:graphicFrame>
        <p:nvGraphicFramePr>
          <p:cNvPr id="6" name="Table 5"/>
          <p:cNvGraphicFramePr>
            <a:graphicFrameLocks noGrp="1"/>
          </p:cNvGraphicFramePr>
          <p:nvPr/>
        </p:nvGraphicFramePr>
        <p:xfrm>
          <a:off x="6172200" y="5349240"/>
          <a:ext cx="5184648" cy="1304544"/>
        </p:xfrm>
        <a:graphic>
          <a:graphicData uri="http://schemas.openxmlformats.org/drawingml/2006/table">
            <a:tbl>
              <a:tblPr>
                <a:tableStyleId>{5940675A-B579-460E-94D1-54222C63F5DA}</a:tableStyleId>
              </a:tblPr>
              <a:tblGrid>
                <a:gridCol w="640080">
                  <a:extLst>
                    <a:ext uri="{9D8B030D-6E8A-4147-A177-3AD203B41FA5}">
                      <a16:colId xmlns:a16="http://schemas.microsoft.com/office/drawing/2014/main" val="20000"/>
                    </a:ext>
                  </a:extLst>
                </a:gridCol>
                <a:gridCol w="2624328">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426720">
                <a:tc>
                  <a:txBody>
                    <a:bodyPr/>
                    <a:lstStyle/>
                    <a:p>
                      <a:pPr algn="ctr"/>
                      <a:r>
                        <a:rPr lang="vi-VN" sz="1300" b="1">
                          <a:solidFill>
                            <a:srgbClr val="1F1F1F"/>
                          </a:solidFill>
                        </a:rPr>
                        <a:t>Vòng</a:t>
                      </a:r>
                    </a:p>
                  </a:txBody>
                  <a:tcPr marL="54864" marR="54864" marT="27432" marB="27432"/>
                </a:tc>
                <a:tc>
                  <a:txBody>
                    <a:bodyPr/>
                    <a:lstStyle/>
                    <a:p>
                      <a:r>
                        <a:rPr lang="vi-VN" sz="1300" b="1">
                          <a:solidFill>
                            <a:srgbClr val="1F1F1F"/>
                          </a:solidFill>
                        </a:rPr>
                        <a:t>Đơn đang xét</a:t>
                      </a:r>
                    </a:p>
                  </a:txBody>
                  <a:tcPr marL="54864" marR="54864" marT="27432" marB="27432"/>
                </a:tc>
                <a:tc>
                  <a:txBody>
                    <a:bodyPr/>
                    <a:lstStyle/>
                    <a:p>
                      <a:r>
                        <a:rPr lang="vi-VN" sz="1300" b="1">
                          <a:solidFill>
                            <a:srgbClr val="1F1F1F"/>
                          </a:solidFill>
                        </a:rPr>
                        <a:t>Giữ tạm</a:t>
                      </a:r>
                    </a:p>
                  </a:txBody>
                  <a:tcPr marL="54864" marR="54864" marT="27432" marB="27432"/>
                </a:tc>
                <a:tc>
                  <a:txBody>
                    <a:bodyPr/>
                    <a:lstStyle/>
                    <a:p>
                      <a:r>
                        <a:rPr lang="vi-VN" sz="1300" b="1">
                          <a:solidFill>
                            <a:srgbClr val="1F1F1F"/>
                          </a:solidFill>
                        </a:rPr>
                        <a:t>Bị từ chối</a:t>
                      </a:r>
                    </a:p>
                  </a:txBody>
                  <a:tcPr marL="54864" marR="54864" marT="27432" marB="27432"/>
                </a:tc>
                <a:extLst>
                  <a:ext uri="{0D108BD9-81ED-4DB2-BD59-A6C34878D82A}">
                    <a16:rowId xmlns:a16="http://schemas.microsoft.com/office/drawing/2014/main" val="10000"/>
                  </a:ext>
                </a:extLst>
              </a:tr>
              <a:tr h="426720">
                <a:tc>
                  <a:txBody>
                    <a:bodyPr/>
                    <a:lstStyle/>
                    <a:p>
                      <a:pPr algn="ctr"/>
                      <a:r>
                        <a:rPr lang="vi-VN" sz="1300" b="0">
                          <a:solidFill>
                            <a:srgbClr val="1F1F1F"/>
                          </a:solidFill>
                        </a:rPr>
                        <a:t>1</a:t>
                      </a:r>
                    </a:p>
                  </a:txBody>
                  <a:tcPr marL="54864" marR="54864" marT="27432" marB="27432"/>
                </a:tc>
                <a:tc>
                  <a:txBody>
                    <a:bodyPr/>
                    <a:lstStyle/>
                    <a:p>
                      <a:r>
                        <a:rPr lang="vi-VN" sz="1300" b="0">
                          <a:solidFill>
                            <a:srgbClr val="1F1F1F"/>
                          </a:solidFill>
                        </a:rPr>
                        <a:t>An (thi, 8 điểm), Chi (thi, 7 điểm), Bình (không thi)</a:t>
                      </a:r>
                    </a:p>
                  </a:txBody>
                  <a:tcPr marL="54864" marR="54864" marT="27432" marB="27432"/>
                </a:tc>
                <a:tc>
                  <a:txBody>
                    <a:bodyPr/>
                    <a:lstStyle/>
                    <a:p>
                      <a:r>
                        <a:rPr lang="vi-VN" sz="1300" b="0">
                          <a:solidFill>
                            <a:srgbClr val="1F1F1F"/>
                          </a:solidFill>
                        </a:rPr>
                        <a:t>An, Chi</a:t>
                      </a:r>
                    </a:p>
                  </a:txBody>
                  <a:tcPr marL="54864" marR="54864" marT="27432" marB="27432"/>
                </a:tc>
                <a:tc>
                  <a:txBody>
                    <a:bodyPr/>
                    <a:lstStyle/>
                    <a:p>
                      <a:r>
                        <a:rPr lang="vi-VN" sz="1300" b="0">
                          <a:solidFill>
                            <a:srgbClr val="1F1F1F"/>
                          </a:solidFill>
                        </a:rPr>
                        <a:t>Bình</a:t>
                      </a:r>
                    </a:p>
                  </a:txBody>
                  <a:tcPr marL="54864" marR="54864" marT="27432" marB="27432"/>
                </a:tc>
                <a:extLst>
                  <a:ext uri="{0D108BD9-81ED-4DB2-BD59-A6C34878D82A}">
                    <a16:rowId xmlns:a16="http://schemas.microsoft.com/office/drawing/2014/main" val="10001"/>
                  </a:ext>
                </a:extLst>
              </a:tr>
              <a:tr h="426720">
                <a:tc>
                  <a:txBody>
                    <a:bodyPr/>
                    <a:lstStyle/>
                    <a:p>
                      <a:pPr algn="ctr"/>
                      <a:r>
                        <a:rPr lang="vi-VN" sz="1300" b="0">
                          <a:solidFill>
                            <a:srgbClr val="1F1F1F"/>
                          </a:solidFill>
                        </a:rPr>
                        <a:t>2</a:t>
                      </a:r>
                    </a:p>
                  </a:txBody>
                  <a:tcPr marL="54864" marR="54864" marT="27432" marB="27432"/>
                </a:tc>
                <a:tc>
                  <a:txBody>
                    <a:bodyPr/>
                    <a:lstStyle/>
                    <a:p>
                      <a:r>
                        <a:rPr lang="vi-VN" sz="1300" b="0">
                          <a:solidFill>
                            <a:srgbClr val="1F1F1F"/>
                          </a:solidFill>
                        </a:rPr>
                        <a:t>Thêm Dũng (thi, 9 điểm)</a:t>
                      </a:r>
                    </a:p>
                  </a:txBody>
                  <a:tcPr marL="54864" marR="54864" marT="27432" marB="27432"/>
                </a:tc>
                <a:tc>
                  <a:txBody>
                    <a:bodyPr/>
                    <a:lstStyle/>
                    <a:p>
                      <a:r>
                        <a:rPr lang="vi-VN" sz="1300" b="0">
                          <a:solidFill>
                            <a:srgbClr val="1F1F1F"/>
                          </a:solidFill>
                        </a:rPr>
                        <a:t>Dũng, An</a:t>
                      </a:r>
                    </a:p>
                  </a:txBody>
                  <a:tcPr marL="54864" marR="54864" marT="27432" marB="27432"/>
                </a:tc>
                <a:tc>
                  <a:txBody>
                    <a:bodyPr/>
                    <a:lstStyle/>
                    <a:p>
                      <a:r>
                        <a:rPr lang="vi-VN" sz="1300" b="0">
                          <a:solidFill>
                            <a:srgbClr val="1F1F1F"/>
                          </a:solidFill>
                        </a:rPr>
                        <a:t>Chi</a:t>
                      </a:r>
                    </a:p>
                  </a:txBody>
                  <a:tcPr marL="54864" marR="54864" marT="27432" marB="27432"/>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2FEA5-37DE-2025-46C4-C5C7E5C675D6}"/>
              </a:ext>
            </a:extLst>
          </p:cNvPr>
          <p:cNvSpPr>
            <a:spLocks noGrp="1"/>
          </p:cNvSpPr>
          <p:nvPr>
            <p:ph type="title"/>
          </p:nvPr>
        </p:nvSpPr>
        <p:spPr/>
        <p:txBody>
          <a:bodyPr/>
          <a:lstStyle/>
          <a:p>
            <a:r>
              <a:rPr lang="vi-VN"/>
              <a:t>Thông số đầu đủ</a:t>
            </a:r>
          </a:p>
        </p:txBody>
      </p:sp>
      <p:sp>
        <p:nvSpPr>
          <p:cNvPr id="3" name="Content Placeholder 2">
            <a:extLst>
              <a:ext uri="{FF2B5EF4-FFF2-40B4-BE49-F238E27FC236}">
                <a16:creationId xmlns:a16="http://schemas.microsoft.com/office/drawing/2014/main" id="{105DC52C-12DF-E812-8654-D1DBCCBDA6CC}"/>
              </a:ext>
            </a:extLst>
          </p:cNvPr>
          <p:cNvSpPr>
            <a:spLocks noGrp="1"/>
          </p:cNvSpPr>
          <p:nvPr>
            <p:ph idx="1"/>
          </p:nvPr>
        </p:nvSpPr>
        <p:spPr>
          <a:xfrm>
            <a:off x="841248" y="1783080"/>
            <a:ext cx="4572000" cy="1874519"/>
          </a:xfrm>
        </p:spPr>
        <p:txBody>
          <a:bodyPr>
            <a:normAutofit lnSpcReduction="10000"/>
          </a:bodyPr>
          <a:lstStyle/>
          <a:p>
            <a:pPr>
              <a:lnSpc>
                <a:spcPct val="110000"/>
              </a:lnSpc>
              <a:spcAft>
                <a:spcPts val="1000"/>
              </a:spcAft>
            </a:pPr>
            <a:r>
              <a:rPr lang="vi-VN" sz="2400"/>
              <a:t>Biết rõ mức lấp đầy cụ thể</a:t>
            </a:r>
          </a:p>
          <a:p>
            <a:pPr>
              <a:lnSpc>
                <a:spcPct val="110000"/>
              </a:lnSpc>
              <a:spcAft>
                <a:spcPts val="1000"/>
              </a:spcAft>
            </a:pPr>
            <a:r>
              <a:rPr lang="vi-VN" sz="2400"/>
              <a:t>Phân bổ nguyện vọng</a:t>
            </a:r>
            <a:endParaRPr lang="vi-VN" dirty="0"/>
          </a:p>
          <a:p>
            <a:pPr>
              <a:lnSpc>
                <a:spcPct val="110000"/>
              </a:lnSpc>
              <a:spcAft>
                <a:spcPts val="1000"/>
              </a:spcAft>
            </a:pPr>
            <a:r>
              <a:rPr lang="vi-VN" sz="2400"/>
              <a:t>Số học sinh cụ thể chưa có chỗ</a:t>
            </a:r>
          </a:p>
        </p:txBody>
      </p:sp>
      <p:pic>
        <p:nvPicPr>
          <p:cNvPr id="4" name="Picture 3" descr="el_fillPanel.png"/>
          <p:cNvPicPr>
            <a:picLocks noChangeAspect="1"/>
          </p:cNvPicPr>
          <p:nvPr/>
        </p:nvPicPr>
        <p:blipFill>
          <a:blip r:embed="rId3"/>
          <a:stretch>
            <a:fillRect/>
          </a:stretch>
        </p:blipFill>
        <p:spPr>
          <a:xfrm>
            <a:off x="841248" y="3767328"/>
            <a:ext cx="4480560" cy="2699506"/>
          </a:xfrm>
          <a:prstGeom prst="rect">
            <a:avLst/>
          </a:prstGeom>
          <a:ln w="9525">
            <a:solidFill>
              <a:srgbClr val="D0D0D0"/>
            </a:solidFill>
          </a:ln>
        </p:spPr>
      </p:pic>
      <p:pic>
        <p:nvPicPr>
          <p:cNvPr id="5" name="Picture 4" descr="el_clb_c.png"/>
          <p:cNvPicPr>
            <a:picLocks noChangeAspect="1"/>
          </p:cNvPicPr>
          <p:nvPr/>
        </p:nvPicPr>
        <p:blipFill>
          <a:blip r:embed="rId4"/>
          <a:stretch>
            <a:fillRect/>
          </a:stretch>
        </p:blipFill>
        <p:spPr>
          <a:xfrm>
            <a:off x="5577840" y="1783080"/>
            <a:ext cx="5779008" cy="3016694"/>
          </a:xfrm>
          <a:prstGeom prst="rect">
            <a:avLst/>
          </a:prstGeom>
          <a:ln w="9525">
            <a:solidFill>
              <a:srgbClr val="D0D0D0"/>
            </a:solidFill>
          </a:ln>
        </p:spPr>
      </p:pic>
      <p:pic>
        <p:nvPicPr>
          <p:cNvPr id="6" name="Picture 5" descr="image.png"/>
          <p:cNvPicPr>
            <a:picLocks noChangeAspect="1"/>
          </p:cNvPicPr>
          <p:nvPr/>
        </p:nvPicPr>
        <p:blipFill>
          <a:blip r:embed="rId2"/>
          <a:stretch>
            <a:fillRect/>
          </a:stretch>
        </p:blipFill>
        <p:spPr>
          <a:xfrm>
            <a:off x="5577840" y="4983480"/>
            <a:ext cx="4572000" cy="1443789"/>
          </a:xfrm>
          <a:prstGeom prst="rect">
            <a:avLst/>
          </a:prstGeom>
          <a:ln w="9525">
            <a:solidFill>
              <a:srgbClr val="D0D0D0"/>
            </a:solidFill>
          </a:ln>
        </p:spPr>
      </p:pic>
      <p:sp>
        <p:nvSpPr>
          <p:cNvPr id="7" name="TextBox 6"/>
          <p:cNvSpPr txBox="1"/>
          <p:nvPr/>
        </p:nvSpPr>
        <p:spPr>
          <a:xfrm>
            <a:off x="841248" y="6492240"/>
            <a:ext cx="10515600" cy="256032"/>
          </a:xfrm>
          <a:prstGeom prst="rect">
            <a:avLst/>
          </a:prstGeom>
          <a:noFill/>
        </p:spPr>
        <p:txBody>
          <a:bodyPr wrap="square" lIns="0" rIns="0" tIns="0" bIns="0">
            <a:spAutoFit/>
          </a:bodyPr>
          <a:lstStyle/>
          <a:p>
            <a:r>
              <a:rPr sz="1100" i="1" lang="vi-VN">
                <a:solidFill>
                  <a:srgbClr val="595959"/>
                </a:solidFill>
                <a:latin typeface="Arial"/>
              </a:rPr>
              <a:t>Ảnh chụp từ phần mềm, bộ 140 học sinh, 12 CLB (dữ liệu mô phỏng).</a:t>
            </a:r>
          </a:p>
        </p:txBody>
      </p:sp>
    </p:spTree>
    <p:extLst>
      <p:ext uri="{BB962C8B-B14F-4D97-AF65-F5344CB8AC3E}">
        <p14:creationId xmlns:p14="http://schemas.microsoft.com/office/powerpoint/2010/main" val="156299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64522-D64D-59BE-2844-B2191806B6A3}"/>
              </a:ext>
            </a:extLst>
          </p:cNvPr>
          <p:cNvSpPr>
            <a:spLocks noGrp="1"/>
          </p:cNvSpPr>
          <p:nvPr>
            <p:ph type="title"/>
          </p:nvPr>
        </p:nvSpPr>
        <p:spPr/>
        <p:txBody>
          <a:bodyPr/>
          <a:lstStyle/>
          <a:p>
            <a:r>
              <a:rPr lang="vi-VN" sz="3800"/>
              <a:t>Thử nghiệm với 140 HS, 12 CLB, 150 suất</a:t>
            </a:r>
            <a:endParaRPr lang="vi-VN" dirty="0"/>
          </a:p>
        </p:txBody>
      </p:sp>
      <p:pic>
        <p:nvPicPr>
          <p:cNvPr id="3" name="Picture 2" descr="c_sach_results.png"/>
          <p:cNvPicPr>
            <a:picLocks noChangeAspect="1"/>
          </p:cNvPicPr>
          <p:nvPr/>
        </p:nvPicPr>
        <p:blipFill>
          <a:blip r:embed="rId3"/>
          <a:stretch>
            <a:fillRect/>
          </a:stretch>
        </p:blipFill>
        <p:spPr>
          <a:xfrm>
            <a:off x="841248" y="1783080"/>
            <a:ext cx="5120640" cy="3778679"/>
          </a:xfrm>
          <a:prstGeom prst="rect">
            <a:avLst/>
          </a:prstGeom>
          <a:ln w="9525">
            <a:solidFill>
              <a:srgbClr val="D0D0D0"/>
            </a:solidFill>
          </a:ln>
        </p:spPr>
      </p:pic>
      <p:sp>
        <p:nvSpPr>
          <p:cNvPr id="4" name="TextBox 3"/>
          <p:cNvSpPr txBox="1"/>
          <p:nvPr/>
        </p:nvSpPr>
        <p:spPr>
          <a:xfrm>
            <a:off x="841248" y="5634911"/>
            <a:ext cx="5120640" cy="274320"/>
          </a:xfrm>
          <a:prstGeom prst="rect">
            <a:avLst/>
          </a:prstGeom>
          <a:noFill/>
        </p:spPr>
        <p:txBody>
          <a:bodyPr wrap="square" lIns="0" tIns="0" rIns="0" bIns="0">
            <a:spAutoFit/>
          </a:bodyPr>
          <a:lstStyle/>
          <a:p>
            <a:r>
              <a:rPr lang="vi-VN" sz="1100" b="0" i="1">
                <a:solidFill>
                  <a:srgbClr val="595959"/>
                </a:solidFill>
                <a:latin typeface="Arial"/>
              </a:rPr>
              <a:t>Màn hình Kết quả của phần mềm. Xanh: xét chung. Vàng: vào bằng suất dự trữ.</a:t>
            </a:r>
          </a:p>
        </p:txBody>
      </p:sp>
      <p:sp>
        <p:nvSpPr>
          <p:cNvPr id="5" name="TextBox 4"/>
          <p:cNvSpPr txBox="1"/>
          <p:nvPr/>
        </p:nvSpPr>
        <p:spPr>
          <a:xfrm>
            <a:off x="6355080" y="1783080"/>
            <a:ext cx="2377440" cy="457200"/>
          </a:xfrm>
          <a:prstGeom prst="rect">
            <a:avLst/>
          </a:prstGeom>
          <a:noFill/>
        </p:spPr>
        <p:txBody>
          <a:bodyPr wrap="square" lIns="0" tIns="0" rIns="0" bIns="0">
            <a:spAutoFit/>
          </a:bodyPr>
          <a:lstStyle/>
          <a:p>
            <a:r>
              <a:rPr lang="vi-VN" sz="2600" b="1" i="0">
                <a:solidFill>
                  <a:srgbClr val="3F6B52"/>
                </a:solidFill>
                <a:latin typeface="Arial"/>
              </a:rPr>
              <a:t>140/140</a:t>
            </a:r>
          </a:p>
        </p:txBody>
      </p:sp>
      <p:sp>
        <p:nvSpPr>
          <p:cNvPr id="6" name="TextBox 5"/>
          <p:cNvSpPr txBox="1"/>
          <p:nvPr/>
        </p:nvSpPr>
        <p:spPr>
          <a:xfrm>
            <a:off x="6355080" y="2240280"/>
            <a:ext cx="2377440" cy="320040"/>
          </a:xfrm>
          <a:prstGeom prst="rect">
            <a:avLst/>
          </a:prstGeom>
          <a:noFill/>
        </p:spPr>
        <p:txBody>
          <a:bodyPr wrap="square" lIns="0" tIns="0" rIns="0" bIns="0">
            <a:spAutoFit/>
          </a:bodyPr>
          <a:lstStyle/>
          <a:p>
            <a:r>
              <a:rPr lang="vi-VN" sz="1200" b="0" i="0">
                <a:solidFill>
                  <a:srgbClr val="595959"/>
                </a:solidFill>
                <a:latin typeface="Arial"/>
              </a:rPr>
              <a:t>học sinh có CLB</a:t>
            </a:r>
          </a:p>
        </p:txBody>
      </p:sp>
      <p:sp>
        <p:nvSpPr>
          <p:cNvPr id="7" name="TextBox 6"/>
          <p:cNvSpPr txBox="1"/>
          <p:nvPr/>
        </p:nvSpPr>
        <p:spPr>
          <a:xfrm>
            <a:off x="8869680" y="1783080"/>
            <a:ext cx="2377440" cy="457200"/>
          </a:xfrm>
          <a:prstGeom prst="rect">
            <a:avLst/>
          </a:prstGeom>
          <a:noFill/>
        </p:spPr>
        <p:txBody>
          <a:bodyPr wrap="square" lIns="0" tIns="0" rIns="0" bIns="0">
            <a:spAutoFit/>
          </a:bodyPr>
          <a:lstStyle/>
          <a:p>
            <a:r>
              <a:rPr lang="vi-VN" sz="2600" b="1" i="0">
                <a:solidFill>
                  <a:srgbClr val="3F6B52"/>
                </a:solidFill>
                <a:latin typeface="Arial"/>
              </a:rPr>
              <a:t>39%</a:t>
            </a:r>
          </a:p>
        </p:txBody>
      </p:sp>
      <p:sp>
        <p:nvSpPr>
          <p:cNvPr id="8" name="TextBox 7"/>
          <p:cNvSpPr txBox="1"/>
          <p:nvPr/>
        </p:nvSpPr>
        <p:spPr>
          <a:xfrm>
            <a:off x="8869680" y="2240280"/>
            <a:ext cx="2377440" cy="320040"/>
          </a:xfrm>
          <a:prstGeom prst="rect">
            <a:avLst/>
          </a:prstGeom>
          <a:noFill/>
        </p:spPr>
        <p:txBody>
          <a:bodyPr wrap="square" lIns="0" tIns="0" rIns="0" bIns="0">
            <a:spAutoFit/>
          </a:bodyPr>
          <a:lstStyle/>
          <a:p>
            <a:r>
              <a:rPr lang="vi-VN" sz="1200" b="0" i="0">
                <a:solidFill>
                  <a:srgbClr val="595959"/>
                </a:solidFill>
                <a:latin typeface="Arial"/>
              </a:rPr>
              <a:t>được nguyện vọng 1</a:t>
            </a:r>
          </a:p>
        </p:txBody>
      </p:sp>
      <p:sp>
        <p:nvSpPr>
          <p:cNvPr id="9" name="TextBox 8"/>
          <p:cNvSpPr txBox="1"/>
          <p:nvPr/>
        </p:nvSpPr>
        <p:spPr>
          <a:xfrm>
            <a:off x="6355080" y="2651760"/>
            <a:ext cx="2377440" cy="457200"/>
          </a:xfrm>
          <a:prstGeom prst="rect">
            <a:avLst/>
          </a:prstGeom>
          <a:noFill/>
        </p:spPr>
        <p:txBody>
          <a:bodyPr wrap="square" lIns="0" tIns="0" rIns="0" bIns="0">
            <a:spAutoFit/>
          </a:bodyPr>
          <a:lstStyle/>
          <a:p>
            <a:r>
              <a:rPr lang="vi-VN" sz="2600" b="1" i="0">
                <a:solidFill>
                  <a:srgbClr val="3F6B52"/>
                </a:solidFill>
                <a:latin typeface="Arial"/>
              </a:rPr>
              <a:t>16</a:t>
            </a:r>
          </a:p>
        </p:txBody>
      </p:sp>
      <p:sp>
        <p:nvSpPr>
          <p:cNvPr id="10" name="TextBox 9"/>
          <p:cNvSpPr txBox="1"/>
          <p:nvPr/>
        </p:nvSpPr>
        <p:spPr>
          <a:xfrm>
            <a:off x="6355080" y="3108960"/>
            <a:ext cx="2377440" cy="320040"/>
          </a:xfrm>
          <a:prstGeom prst="rect">
            <a:avLst/>
          </a:prstGeom>
          <a:noFill/>
        </p:spPr>
        <p:txBody>
          <a:bodyPr wrap="square" lIns="0" tIns="0" rIns="0" bIns="0">
            <a:spAutoFit/>
          </a:bodyPr>
          <a:lstStyle/>
          <a:p>
            <a:r>
              <a:rPr lang="vi-VN" sz="1200" b="0" i="0">
                <a:solidFill>
                  <a:srgbClr val="595959"/>
                </a:solidFill>
                <a:latin typeface="Arial"/>
              </a:rPr>
              <a:t>học sinh vào bằng suất dự trữ</a:t>
            </a:r>
          </a:p>
        </p:txBody>
      </p:sp>
      <p:sp>
        <p:nvSpPr>
          <p:cNvPr id="11" name="TextBox 10"/>
          <p:cNvSpPr txBox="1"/>
          <p:nvPr/>
        </p:nvSpPr>
        <p:spPr>
          <a:xfrm>
            <a:off x="8869680" y="2651760"/>
            <a:ext cx="2377440" cy="457200"/>
          </a:xfrm>
          <a:prstGeom prst="rect">
            <a:avLst/>
          </a:prstGeom>
          <a:noFill/>
        </p:spPr>
        <p:txBody>
          <a:bodyPr wrap="square" lIns="0" tIns="0" rIns="0" bIns="0">
            <a:spAutoFit/>
          </a:bodyPr>
          <a:lstStyle/>
          <a:p>
            <a:r>
              <a:rPr lang="vi-VN" sz="2600" b="1" i="0">
                <a:solidFill>
                  <a:srgbClr val="3F6B52"/>
                </a:solidFill>
                <a:latin typeface="Arial"/>
              </a:rPr>
              <a:t>0,02 giây</a:t>
            </a:r>
          </a:p>
        </p:txBody>
      </p:sp>
      <p:sp>
        <p:nvSpPr>
          <p:cNvPr id="12" name="TextBox 11"/>
          <p:cNvSpPr txBox="1"/>
          <p:nvPr/>
        </p:nvSpPr>
        <p:spPr>
          <a:xfrm>
            <a:off x="8869680" y="3108960"/>
            <a:ext cx="2377440" cy="320040"/>
          </a:xfrm>
          <a:prstGeom prst="rect">
            <a:avLst/>
          </a:prstGeom>
          <a:noFill/>
        </p:spPr>
        <p:txBody>
          <a:bodyPr wrap="square" lIns="0" tIns="0" rIns="0" bIns="0">
            <a:spAutoFit/>
          </a:bodyPr>
          <a:lstStyle/>
          <a:p>
            <a:r>
              <a:rPr lang="vi-VN" sz="1200" b="0" i="0">
                <a:solidFill>
                  <a:srgbClr val="595959"/>
                </a:solidFill>
                <a:latin typeface="Arial"/>
              </a:rPr>
              <a:t>thời gian chạy sắp xếp</a:t>
            </a:r>
          </a:p>
        </p:txBody>
      </p:sp>
      <p:graphicFrame>
        <p:nvGraphicFramePr>
          <p:cNvPr id="13" name="Chart 12"/>
          <p:cNvGraphicFramePr>
            <a:graphicFrameLocks noGrp="1"/>
          </p:cNvGraphicFramePr>
          <p:nvPr/>
        </p:nvGraphicFramePr>
        <p:xfrm>
          <a:off x="6355080" y="3611880"/>
          <a:ext cx="5001768"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841248" y="6144768"/>
            <a:ext cx="10515600" cy="274320"/>
          </a:xfrm>
          <a:prstGeom prst="rect">
            <a:avLst/>
          </a:prstGeom>
          <a:noFill/>
        </p:spPr>
        <p:txBody>
          <a:bodyPr wrap="square" lIns="0" tIns="0" rIns="0" bIns="0">
            <a:spAutoFit/>
          </a:bodyPr>
          <a:lstStyle/>
          <a:p>
            <a:r>
              <a:rPr lang="vi-VN" sz="1100" b="0" i="1">
                <a:solidFill>
                  <a:srgbClr val="B84A3E"/>
                </a:solidFill>
                <a:latin typeface="Arial"/>
              </a:rPr>
              <a:t>Dữ liệu mô phỏng do máy tạo ra (bộ bo_sach), không phải học sinh thật. Mỗi học sinh thi 4 CLB và ghi 6 nguyện vọng.</a:t>
            </a:r>
          </a:p>
        </p:txBody>
      </p:sp>
    </p:spTree>
    <p:extLst>
      <p:ext uri="{BB962C8B-B14F-4D97-AF65-F5344CB8AC3E}">
        <p14:creationId xmlns:p14="http://schemas.microsoft.com/office/powerpoint/2010/main" val="603483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EA77-B499-B89C-F3A5-57074CDEE67E}"/>
              </a:ext>
            </a:extLst>
          </p:cNvPr>
          <p:cNvSpPr>
            <a:spLocks noGrp="1"/>
          </p:cNvSpPr>
          <p:nvPr>
            <p:ph type="title"/>
          </p:nvPr>
        </p:nvSpPr>
        <p:spPr/>
        <p:txBody>
          <a:bodyPr/>
          <a:lstStyle/>
          <a:p>
            <a:r>
              <a:rPr lang="vi-VN"/>
              <a:t>Số liệu chứng minh công bằng</a:t>
            </a:r>
            <a:endParaRPr lang="vi-VN" dirty="0"/>
          </a:p>
        </p:txBody>
      </p:sp>
      <p:sp>
        <p:nvSpPr>
          <p:cNvPr id="3" name="Content Placeholder 2">
            <a:extLst>
              <a:ext uri="{FF2B5EF4-FFF2-40B4-BE49-F238E27FC236}">
                <a16:creationId xmlns:a16="http://schemas.microsoft.com/office/drawing/2014/main" id="{1403EA8F-8A5D-9DCB-17FE-E89082138456}"/>
              </a:ext>
            </a:extLst>
          </p:cNvPr>
          <p:cNvSpPr>
            <a:spLocks noGrp="1"/>
          </p:cNvSpPr>
          <p:nvPr>
            <p:ph idx="1"/>
          </p:nvPr>
        </p:nvSpPr>
        <p:spPr>
          <a:xfrm>
            <a:off x="841248" y="1828800"/>
            <a:ext cx="4846320" cy="4389120"/>
          </a:xfrm>
        </p:spPr>
        <p:txBody>
          <a:bodyPr/>
          <a:lstStyle/>
          <a:p>
            <a:pPr>
              <a:lnSpc>
                <a:spcPct val="110000"/>
              </a:lnSpc>
              <a:spcAft>
                <a:spcPts val="1800"/>
              </a:spcAft>
            </a:pPr>
            <a:r>
              <a:rPr lang="vi-VN" sz="2600" b="1"/>
              <a:t>0</a:t>
            </a:r>
            <a:r>
              <a:rPr lang="vi-VN" sz="2600"/>
              <a:t> cặp học sinh và CLB muốn đổi kết quả</a:t>
            </a:r>
          </a:p>
          <a:p>
            <a:pPr>
              <a:lnSpc>
                <a:spcPct val="110000"/>
              </a:lnSpc>
              <a:spcAft>
                <a:spcPts val="1800"/>
              </a:spcAft>
            </a:pPr>
            <a:r>
              <a:rPr lang="vi-VN" sz="2600"/>
              <a:t>Chỉ </a:t>
            </a:r>
            <a:r>
              <a:rPr lang="vi-VN" sz="2600" b="1"/>
              <a:t>1,1%</a:t>
            </a:r>
            <a:r>
              <a:rPr lang="vi-VN" sz="2600"/>
              <a:t> số học sinh có chỗ hay không phụ thuộc bốc thăm</a:t>
            </a:r>
            <a:endParaRPr lang="vi-VN" dirty="0"/>
          </a:p>
          <a:p>
            <a:pPr>
              <a:lnSpc>
                <a:spcPct val="110000"/>
              </a:lnSpc>
              <a:spcAft>
                <a:spcPts val="1800"/>
              </a:spcAft>
            </a:pPr>
            <a:r>
              <a:rPr lang="vi-VN" sz="2600" b="1"/>
              <a:t>757</a:t>
            </a:r>
            <a:r>
              <a:rPr lang="vi-VN" sz="2600"/>
              <a:t> bài kiểm thử tự động đều đạt, đảm bảo phần mềm hoạt động đúng</a:t>
            </a:r>
            <a:endParaRPr lang="vi-VN" dirty="0"/>
          </a:p>
        </p:txBody>
      </p:sp>
      <p:sp>
        <p:nvSpPr>
          <p:cNvPr id="4" name="TextBox 3"/>
          <p:cNvSpPr txBox="1"/>
          <p:nvPr/>
        </p:nvSpPr>
        <p:spPr>
          <a:xfrm>
            <a:off x="5989320" y="1828800"/>
            <a:ext cx="5367528" cy="365760"/>
          </a:xfrm>
          <a:prstGeom prst="rect">
            <a:avLst/>
          </a:prstGeom>
          <a:noFill/>
        </p:spPr>
        <p:txBody>
          <a:bodyPr wrap="square" lIns="0" rIns="0" tIns="0" bIns="0">
            <a:spAutoFit/>
          </a:bodyPr>
          <a:lstStyle/>
          <a:p>
            <a:r>
              <a:rPr sz="1600" b="1" i="0" lang="vi-VN">
                <a:solidFill>
                  <a:srgbClr val="1F1F1F"/>
                </a:solidFill>
                <a:latin typeface="Arial"/>
              </a:rPr>
              <a:t>Đổi số bốc thăm 200 lần trên mỗi bộ dữ liệu</a:t>
            </a:r>
          </a:p>
        </p:txBody>
      </p:sp>
      <p:graphicFrame>
        <p:nvGraphicFramePr>
          <p:cNvPr id="5" name="Table 4"/>
          <p:cNvGraphicFramePr>
            <a:graphicFrameLocks noGrp="1"/>
          </p:cNvGraphicFramePr>
          <p:nvPr/>
        </p:nvGraphicFramePr>
        <p:xfrm>
          <a:off x="5989320" y="2286000"/>
          <a:ext cx="5367528" cy="2011680"/>
        </p:xfrm>
        <a:graphic>
          <a:graphicData uri="http://schemas.openxmlformats.org/drawingml/2006/table">
            <a:tbl>
              <a:tblPr firstRow="0" bandRow="0">
                <a:tableStyleId>{5940675A-B579-460E-94D1-54222C63F5DA}</a:tableStyleId>
              </a:tblPr>
              <a:tblGrid>
                <a:gridCol w="1481328"/>
                <a:gridCol w="868680"/>
                <a:gridCol w="1234440"/>
                <a:gridCol w="1783080"/>
              </a:tblGrid>
              <a:tr h="402336">
                <a:tc>
                  <a:txBody>
                    <a:bodyPr/>
                    <a:lstStyle/>
                    <a:p>
                      <a:pPr algn="l"/>
                      <a:r>
                        <a:rPr sz="1400" b="1" lang="vi-VN">
                          <a:solidFill>
                            <a:srgbClr val="1F1F1F"/>
                          </a:solidFill>
                        </a:rPr>
                        <a:t>Bộ dữ liệu</a:t>
                      </a:r>
                    </a:p>
                  </a:txBody>
                  <a:tcPr marL="73152" marR="73152"/>
                </a:tc>
                <a:tc>
                  <a:txBody>
                    <a:bodyPr/>
                    <a:lstStyle/>
                    <a:p>
                      <a:pPr algn="r"/>
                      <a:r>
                        <a:rPr sz="1400" b="1" lang="vi-VN">
                          <a:solidFill>
                            <a:srgbClr val="1F1F1F"/>
                          </a:solidFill>
                        </a:rPr>
                        <a:t>Học sinh</a:t>
                      </a:r>
                    </a:p>
                  </a:txBody>
                  <a:tcPr marL="73152" marR="73152"/>
                </a:tc>
                <a:tc>
                  <a:txBody>
                    <a:bodyPr/>
                    <a:lstStyle/>
                    <a:p>
                      <a:pPr algn="r"/>
                      <a:r>
                        <a:rPr sz="1400" b="1" lang="vi-VN">
                          <a:solidFill>
                            <a:srgbClr val="1F1F1F"/>
                          </a:solidFill>
                        </a:rPr>
                        <a:t>Cặp phá vỡ</a:t>
                      </a:r>
                    </a:p>
                  </a:txBody>
                  <a:tcPr marL="73152" marR="73152"/>
                </a:tc>
                <a:tc>
                  <a:txBody>
                    <a:bodyPr/>
                    <a:lstStyle/>
                    <a:p>
                      <a:pPr algn="r"/>
                      <a:r>
                        <a:rPr sz="1400" b="1" lang="vi-VN">
                          <a:solidFill>
                            <a:srgbClr val="1F1F1F"/>
                          </a:solidFill>
                        </a:rPr>
                        <a:t>Phụ thuộc bốc thăm</a:t>
                      </a:r>
                    </a:p>
                  </a:txBody>
                  <a:tcPr marL="73152" marR="73152"/>
                </a:tc>
              </a:tr>
              <a:tr h="402336">
                <a:tc>
                  <a:txBody>
                    <a:bodyPr/>
                    <a:lstStyle/>
                    <a:p>
                      <a:pPr algn="l"/>
                      <a:r>
                        <a:rPr sz="1400" b="0" lang="vi-VN">
                          <a:solidFill>
                            <a:srgbClr val="1F1F1F"/>
                          </a:solidFill>
                        </a:rPr>
                        <a:t>Bộ ví dụ</a:t>
                      </a:r>
                    </a:p>
                  </a:txBody>
                  <a:tcPr marL="73152" marR="73152"/>
                </a:tc>
                <a:tc>
                  <a:txBody>
                    <a:bodyPr/>
                    <a:lstStyle/>
                    <a:p>
                      <a:pPr algn="r"/>
                      <a:r>
                        <a:rPr sz="1400" b="0" lang="vi-VN">
                          <a:solidFill>
                            <a:srgbClr val="1F1F1F"/>
                          </a:solidFill>
                        </a:rPr>
                        <a:t>10</a:t>
                      </a:r>
                    </a:p>
                  </a:txBody>
                  <a:tcPr marL="73152" marR="73152"/>
                </a:tc>
                <a:tc>
                  <a:txBody>
                    <a:bodyPr/>
                    <a:lstStyle/>
                    <a:p>
                      <a:pPr algn="r"/>
                      <a:r>
                        <a:rPr sz="1400" b="0" lang="vi-VN">
                          <a:solidFill>
                            <a:srgbClr val="1F1F1F"/>
                          </a:solidFill>
                        </a:rPr>
                        <a:t>0</a:t>
                      </a:r>
                    </a:p>
                  </a:txBody>
                  <a:tcPr marL="73152" marR="73152"/>
                </a:tc>
                <a:tc>
                  <a:txBody>
                    <a:bodyPr/>
                    <a:lstStyle/>
                    <a:p>
                      <a:pPr algn="r"/>
                      <a:r>
                        <a:rPr sz="1400" b="0" lang="vi-VN">
                          <a:solidFill>
                            <a:srgbClr val="1F1F1F"/>
                          </a:solidFill>
                        </a:rPr>
                        <a:t>0</a:t>
                      </a:r>
                    </a:p>
                  </a:txBody>
                  <a:tcPr marL="73152" marR="73152"/>
                </a:tc>
              </a:tr>
              <a:tr h="402336">
                <a:tc>
                  <a:txBody>
                    <a:bodyPr/>
                    <a:lstStyle/>
                    <a:p>
                      <a:pPr algn="l"/>
                      <a:r>
                        <a:rPr sz="1400" b="0" lang="vi-VN">
                          <a:solidFill>
                            <a:srgbClr val="1F1F1F"/>
                          </a:solidFill>
                        </a:rPr>
                        <a:t>Bộ 140 học sinh</a:t>
                      </a:r>
                    </a:p>
                  </a:txBody>
                  <a:tcPr marL="73152" marR="73152"/>
                </a:tc>
                <a:tc>
                  <a:txBody>
                    <a:bodyPr/>
                    <a:lstStyle/>
                    <a:p>
                      <a:pPr algn="r"/>
                      <a:r>
                        <a:rPr sz="1400" b="0" lang="vi-VN">
                          <a:solidFill>
                            <a:srgbClr val="1F1F1F"/>
                          </a:solidFill>
                        </a:rPr>
                        <a:t>140</a:t>
                      </a:r>
                    </a:p>
                  </a:txBody>
                  <a:tcPr marL="73152" marR="73152"/>
                </a:tc>
                <a:tc>
                  <a:txBody>
                    <a:bodyPr/>
                    <a:lstStyle/>
                    <a:p>
                      <a:pPr algn="r"/>
                      <a:r>
                        <a:rPr sz="1400" b="0" lang="vi-VN">
                          <a:solidFill>
                            <a:srgbClr val="1F1F1F"/>
                          </a:solidFill>
                        </a:rPr>
                        <a:t>0</a:t>
                      </a:r>
                    </a:p>
                  </a:txBody>
                  <a:tcPr marL="73152" marR="73152"/>
                </a:tc>
                <a:tc>
                  <a:txBody>
                    <a:bodyPr/>
                    <a:lstStyle/>
                    <a:p>
                      <a:pPr algn="r"/>
                      <a:r>
                        <a:rPr sz="1400" b="0" lang="vi-VN">
                          <a:solidFill>
                            <a:srgbClr val="1F1F1F"/>
                          </a:solidFill>
                        </a:rPr>
                        <a:t>1</a:t>
                      </a:r>
                    </a:p>
                  </a:txBody>
                  <a:tcPr marL="73152" marR="73152"/>
                </a:tc>
              </a:tr>
              <a:tr h="402336">
                <a:tc>
                  <a:txBody>
                    <a:bodyPr/>
                    <a:lstStyle/>
                    <a:p>
                      <a:pPr algn="l"/>
                      <a:r>
                        <a:rPr sz="1400" b="0" lang="vi-VN">
                          <a:solidFill>
                            <a:srgbClr val="1F1F1F"/>
                          </a:solidFill>
                        </a:rPr>
                        <a:t>Bộ 120 học sinh</a:t>
                      </a:r>
                    </a:p>
                  </a:txBody>
                  <a:tcPr marL="73152" marR="73152"/>
                </a:tc>
                <a:tc>
                  <a:txBody>
                    <a:bodyPr/>
                    <a:lstStyle/>
                    <a:p>
                      <a:pPr algn="r"/>
                      <a:r>
                        <a:rPr sz="1400" b="0" lang="vi-VN">
                          <a:solidFill>
                            <a:srgbClr val="1F1F1F"/>
                          </a:solidFill>
                        </a:rPr>
                        <a:t>120</a:t>
                      </a:r>
                    </a:p>
                  </a:txBody>
                  <a:tcPr marL="73152" marR="73152"/>
                </a:tc>
                <a:tc>
                  <a:txBody>
                    <a:bodyPr/>
                    <a:lstStyle/>
                    <a:p>
                      <a:pPr algn="r"/>
                      <a:r>
                        <a:rPr sz="1400" b="0" lang="vi-VN">
                          <a:solidFill>
                            <a:srgbClr val="1F1F1F"/>
                          </a:solidFill>
                        </a:rPr>
                        <a:t>0</a:t>
                      </a:r>
                    </a:p>
                  </a:txBody>
                  <a:tcPr marL="73152" marR="73152"/>
                </a:tc>
                <a:tc>
                  <a:txBody>
                    <a:bodyPr/>
                    <a:lstStyle/>
                    <a:p>
                      <a:pPr algn="r"/>
                      <a:r>
                        <a:rPr sz="1400" b="0" lang="vi-VN">
                          <a:solidFill>
                            <a:srgbClr val="1F1F1F"/>
                          </a:solidFill>
                        </a:rPr>
                        <a:t>2</a:t>
                      </a:r>
                    </a:p>
                  </a:txBody>
                  <a:tcPr marL="73152" marR="73152"/>
                </a:tc>
              </a:tr>
              <a:tr h="402336">
                <a:tc>
                  <a:txBody>
                    <a:bodyPr/>
                    <a:lstStyle/>
                    <a:p>
                      <a:pPr algn="l"/>
                      <a:r>
                        <a:rPr sz="1400" b="1" lang="vi-VN">
                          <a:solidFill>
                            <a:srgbClr val="1F1F1F"/>
                          </a:solidFill>
                        </a:rPr>
                        <a:t>Tổng</a:t>
                      </a:r>
                    </a:p>
                  </a:txBody>
                  <a:tcPr marL="73152" marR="73152"/>
                </a:tc>
                <a:tc>
                  <a:txBody>
                    <a:bodyPr/>
                    <a:lstStyle/>
                    <a:p>
                      <a:pPr algn="r"/>
                      <a:r>
                        <a:rPr sz="1400" b="1" lang="vi-VN">
                          <a:solidFill>
                            <a:srgbClr val="1F1F1F"/>
                          </a:solidFill>
                        </a:rPr>
                        <a:t>270</a:t>
                      </a:r>
                    </a:p>
                  </a:txBody>
                  <a:tcPr marL="73152" marR="73152"/>
                </a:tc>
                <a:tc>
                  <a:txBody>
                    <a:bodyPr/>
                    <a:lstStyle/>
                    <a:p>
                      <a:pPr algn="r"/>
                      <a:r>
                        <a:rPr sz="1400" b="1" lang="vi-VN">
                          <a:solidFill>
                            <a:srgbClr val="1F1F1F"/>
                          </a:solidFill>
                        </a:rPr>
                        <a:t>0</a:t>
                      </a:r>
                    </a:p>
                  </a:txBody>
                  <a:tcPr marL="73152" marR="73152"/>
                </a:tc>
                <a:tc>
                  <a:txBody>
                    <a:bodyPr/>
                    <a:lstStyle/>
                    <a:p>
                      <a:pPr algn="r"/>
                      <a:r>
                        <a:rPr sz="1400" b="1" lang="vi-VN">
                          <a:solidFill>
                            <a:srgbClr val="1F1F1F"/>
                          </a:solidFill>
                        </a:rPr>
                        <a:t>3 (1,1%)</a:t>
                      </a:r>
                    </a:p>
                  </a:txBody>
                  <a:tcPr marL="73152" marR="73152"/>
                </a:tc>
              </a:tr>
            </a:tbl>
          </a:graphicData>
        </a:graphic>
      </p:graphicFrame>
      <p:sp>
        <p:nvSpPr>
          <p:cNvPr id="6" name="TextBox 5"/>
          <p:cNvSpPr txBox="1"/>
          <p:nvPr/>
        </p:nvSpPr>
        <p:spPr>
          <a:xfrm>
            <a:off x="5989320" y="4526280"/>
            <a:ext cx="5367528" cy="365760"/>
          </a:xfrm>
          <a:prstGeom prst="rect">
            <a:avLst/>
          </a:prstGeom>
          <a:noFill/>
        </p:spPr>
        <p:txBody>
          <a:bodyPr wrap="square" lIns="0" rIns="0" tIns="0" bIns="0">
            <a:spAutoFit/>
          </a:bodyPr>
          <a:lstStyle/>
          <a:p>
            <a:r>
              <a:rPr sz="1500" b="0" i="0" lang="vi-VN">
                <a:solidFill>
                  <a:srgbClr val="1F1F1F"/>
                </a:solidFill>
                <a:latin typeface="Arial"/>
              </a:rPr>
              <a:t>Thử tải 5 000 học sinh, 100 CLB: 0 cặp phá vỡ.</a:t>
            </a:r>
          </a:p>
        </p:txBody>
      </p:sp>
      <p:sp>
        <p:nvSpPr>
          <p:cNvPr id="7" name="TextBox 6"/>
          <p:cNvSpPr txBox="1"/>
          <p:nvPr/>
        </p:nvSpPr>
        <p:spPr>
          <a:xfrm>
            <a:off x="5989320" y="4937760"/>
            <a:ext cx="5367528" cy="365760"/>
          </a:xfrm>
          <a:prstGeom prst="rect">
            <a:avLst/>
          </a:prstGeom>
          <a:noFill/>
        </p:spPr>
        <p:txBody>
          <a:bodyPr wrap="square" lIns="0" rIns="0" tIns="0" bIns="0">
            <a:spAutoFit/>
          </a:bodyPr>
          <a:lstStyle/>
          <a:p>
            <a:r>
              <a:rPr sz="1500" b="0" i="0" lang="vi-VN">
                <a:solidFill>
                  <a:srgbClr val="1F1F1F"/>
                </a:solidFill>
                <a:latin typeface="Arial"/>
              </a:rPr>
              <a:t>Bộ kiểm thử: 757/757 bài đạt.</a:t>
            </a:r>
          </a:p>
        </p:txBody>
      </p:sp>
      <p:sp>
        <p:nvSpPr>
          <p:cNvPr id="8" name="TextBox 7"/>
          <p:cNvSpPr txBox="1"/>
          <p:nvPr/>
        </p:nvSpPr>
        <p:spPr>
          <a:xfrm>
            <a:off x="5989320" y="5669280"/>
            <a:ext cx="5367528" cy="548640"/>
          </a:xfrm>
          <a:prstGeom prst="rect">
            <a:avLst/>
          </a:prstGeom>
          <a:noFill/>
        </p:spPr>
        <p:txBody>
          <a:bodyPr wrap="square" lIns="0" rIns="0" tIns="0" bIns="0">
            <a:spAutoFit/>
          </a:bodyPr>
          <a:lstStyle/>
          <a:p>
            <a:r>
              <a:rPr sz="1200" b="0" i="1" lang="vi-VN">
                <a:solidFill>
                  <a:srgbClr val="595959"/>
                </a:solidFill>
                <a:latin typeface="Arial"/>
              </a:rPr>
              <a:t>Cặp phá vỡ: một học sinh và một CLB cùng muốn bỏ kết quả để chọn nhau. Số đo trên dữ liệu mô phỏng.</a:t>
            </a:r>
          </a:p>
        </p:txBody>
      </p:sp>
    </p:spTree>
    <p:extLst>
      <p:ext uri="{BB962C8B-B14F-4D97-AF65-F5344CB8AC3E}">
        <p14:creationId xmlns:p14="http://schemas.microsoft.com/office/powerpoint/2010/main" val="3931215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C7C06-118C-D344-F61B-8E28B0441353}"/>
              </a:ext>
            </a:extLst>
          </p:cNvPr>
          <p:cNvSpPr>
            <a:spLocks noGrp="1"/>
          </p:cNvSpPr>
          <p:nvPr>
            <p:ph type="title"/>
          </p:nvPr>
        </p:nvSpPr>
        <p:spPr/>
        <p:txBody>
          <a:bodyPr/>
          <a:lstStyle/>
          <a:p>
            <a:r>
              <a:rPr lang="vi-VN"/>
              <a:t>Phù hợp với nhiều cách tổ chức </a:t>
            </a:r>
          </a:p>
        </p:txBody>
      </p:sp>
      <p:sp>
        <p:nvSpPr>
          <p:cNvPr id="3" name="Content Placeholder 2">
            <a:extLst>
              <a:ext uri="{FF2B5EF4-FFF2-40B4-BE49-F238E27FC236}">
                <a16:creationId xmlns:a16="http://schemas.microsoft.com/office/drawing/2014/main" id="{3A3CE2C8-7F10-102B-237B-6BF6644D3E78}"/>
              </a:ext>
            </a:extLst>
          </p:cNvPr>
          <p:cNvSpPr>
            <a:spLocks noGrp="1"/>
          </p:cNvSpPr>
          <p:nvPr>
            <p:ph idx="1"/>
          </p:nvPr>
        </p:nvSpPr>
        <p:spPr>
          <a:xfrm>
            <a:off x="841248" y="1828800"/>
            <a:ext cx="10515600" cy="2834640"/>
          </a:xfrm>
        </p:spPr>
        <p:txBody>
          <a:bodyPr/>
          <a:lstStyle/>
          <a:p>
            <a:pPr marL="0" indent="0">
              <a:lnSpc>
                <a:spcPct val="110000"/>
              </a:lnSpc>
              <a:spcAft>
                <a:spcPts val="1200"/>
              </a:spcAft>
              <a:buNone/>
            </a:pPr>
            <a:r>
              <a:rPr lang="vi-VN" sz="2800"/>
              <a:t>1. Đa dạng các cách lựa chọn buổi</a:t>
            </a:r>
            <a:endParaRPr lang="vi-VN" dirty="0"/>
          </a:p>
          <a:p>
            <a:pPr marL="0" indent="0">
              <a:lnSpc>
                <a:spcPct val="110000"/>
              </a:lnSpc>
              <a:spcAft>
                <a:spcPts val="1200"/>
              </a:spcAft>
              <a:buNone/>
            </a:pPr>
            <a:r>
              <a:rPr lang="vi-VN" sz="2800"/>
              <a:t>2. Thêm và chỉnh sửa thông số học sinh</a:t>
            </a:r>
            <a:endParaRPr lang="vi-VN" dirty="0"/>
          </a:p>
          <a:p>
            <a:pPr marL="0" indent="0">
              <a:lnSpc>
                <a:spcPct val="110000"/>
              </a:lnSpc>
              <a:spcAft>
                <a:spcPts val="1200"/>
              </a:spcAft>
              <a:buNone/>
            </a:pPr>
            <a:r>
              <a:rPr lang="vi-VN" sz="2800"/>
              <a:t>3. Song ngữ Anh Việt</a:t>
            </a:r>
            <a:endParaRPr lang="vi-VN" dirty="0"/>
          </a:p>
          <a:p>
            <a:pPr marL="0" indent="0">
              <a:lnSpc>
                <a:spcPct val="110000"/>
              </a:lnSpc>
              <a:spcAft>
                <a:spcPts val="1200"/>
              </a:spcAft>
              <a:buNone/>
            </a:pPr>
            <a:r>
              <a:rPr lang="vi-VN" sz="2800"/>
              <a:t>4. Có thể ưu tiên cho các học sinh khó khăn </a:t>
            </a:r>
          </a:p>
        </p:txBody>
      </p:sp>
      <p:pic>
        <p:nvPicPr>
          <p:cNvPr id="4" name="Picture 3" descr="el_buoi.png"/>
          <p:cNvPicPr>
            <a:picLocks noChangeAspect="1"/>
          </p:cNvPicPr>
          <p:nvPr/>
        </p:nvPicPr>
        <p:blipFill>
          <a:blip r:embed="rId2"/>
          <a:stretch>
            <a:fillRect/>
          </a:stretch>
        </p:blipFill>
        <p:spPr>
          <a:xfrm>
            <a:off x="841248" y="4800600"/>
            <a:ext cx="8046720" cy="1076998"/>
          </a:xfrm>
          <a:prstGeom prst="rect">
            <a:avLst/>
          </a:prstGeom>
          <a:ln w="9525">
            <a:solidFill>
              <a:srgbClr val="D0D0D0"/>
            </a:solidFill>
          </a:ln>
        </p:spPr>
      </p:pic>
      <p:sp>
        <p:nvSpPr>
          <p:cNvPr id="5" name="TextBox 4"/>
          <p:cNvSpPr txBox="1"/>
          <p:nvPr/>
        </p:nvSpPr>
        <p:spPr>
          <a:xfrm>
            <a:off x="841248" y="5969038"/>
            <a:ext cx="8046720" cy="274320"/>
          </a:xfrm>
          <a:prstGeom prst="rect">
            <a:avLst/>
          </a:prstGeom>
          <a:noFill/>
        </p:spPr>
        <p:txBody>
          <a:bodyPr wrap="square" lIns="0" tIns="0" rIns="0" bIns="0">
            <a:spAutoFit/>
          </a:bodyPr>
          <a:lstStyle/>
          <a:p>
            <a:r>
              <a:rPr lang="vi-VN" sz="1200" i="1">
                <a:solidFill>
                  <a:srgbClr val="595959"/>
                </a:solidFill>
                <a:latin typeface="Arial"/>
              </a:rPr>
              <a:t>Màn hình Vận hành: chọn các buổi cần xếp trong tuần.</a:t>
            </a:r>
          </a:p>
        </p:txBody>
      </p:sp>
    </p:spTree>
    <p:extLst>
      <p:ext uri="{BB962C8B-B14F-4D97-AF65-F5344CB8AC3E}">
        <p14:creationId xmlns:p14="http://schemas.microsoft.com/office/powerpoint/2010/main" val="2665684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C58A-6E53-D3CB-81E2-EA9D298FF4C0}"/>
              </a:ext>
            </a:extLst>
          </p:cNvPr>
          <p:cNvSpPr>
            <a:spLocks noGrp="1"/>
          </p:cNvSpPr>
          <p:nvPr>
            <p:ph type="title"/>
          </p:nvPr>
        </p:nvSpPr>
        <p:spPr/>
        <p:txBody>
          <a:bodyPr/>
          <a:lstStyle/>
          <a:p>
            <a:r>
              <a:rPr lang="en-US" dirty="0" err="1"/>
              <a:t>Định</a:t>
            </a:r>
            <a:r>
              <a:rPr lang="en-US" dirty="0"/>
              <a:t> </a:t>
            </a:r>
            <a:r>
              <a:rPr lang="en-US" dirty="0" err="1"/>
              <a:t>hướng</a:t>
            </a:r>
            <a:r>
              <a:rPr lang="en-US" dirty="0"/>
              <a:t> </a:t>
            </a:r>
            <a:r>
              <a:rPr lang="en-US" dirty="0" err="1"/>
              <a:t>tương</a:t>
            </a:r>
            <a:r>
              <a:rPr lang="en-US" dirty="0"/>
              <a:t> lai </a:t>
            </a:r>
          </a:p>
        </p:txBody>
      </p:sp>
      <p:sp>
        <p:nvSpPr>
          <p:cNvPr id="3" name="Content Placeholder 2">
            <a:extLst>
              <a:ext uri="{FF2B5EF4-FFF2-40B4-BE49-F238E27FC236}">
                <a16:creationId xmlns:a16="http://schemas.microsoft.com/office/drawing/2014/main" id="{C0ACB314-224B-9617-34CA-CA0897CAC418}"/>
              </a:ext>
            </a:extLst>
          </p:cNvPr>
          <p:cNvSpPr>
            <a:spLocks noGrp="1"/>
          </p:cNvSpPr>
          <p:nvPr>
            <p:ph idx="1"/>
          </p:nvPr>
        </p:nvSpPr>
        <p:spPr/>
        <p:txBody>
          <a:bodyPr/>
          <a:lstStyle/>
          <a:p>
            <a:r>
              <a:rPr lang="en-US" dirty="0" err="1"/>
              <a:t>Cải</a:t>
            </a:r>
            <a:r>
              <a:rPr lang="en-US" dirty="0"/>
              <a:t> </a:t>
            </a:r>
            <a:r>
              <a:rPr lang="en-US" dirty="0" err="1"/>
              <a:t>thiện</a:t>
            </a:r>
            <a:r>
              <a:rPr lang="en-US" dirty="0"/>
              <a:t> </a:t>
            </a:r>
            <a:r>
              <a:rPr lang="en-US" dirty="0" err="1"/>
              <a:t>tương</a:t>
            </a:r>
            <a:r>
              <a:rPr lang="en-US" dirty="0"/>
              <a:t> </a:t>
            </a:r>
            <a:r>
              <a:rPr lang="en-US" dirty="0" err="1"/>
              <a:t>tác</a:t>
            </a:r>
            <a:r>
              <a:rPr lang="en-US" dirty="0"/>
              <a:t> </a:t>
            </a:r>
            <a:r>
              <a:rPr lang="en-US" dirty="0" err="1"/>
              <a:t>với</a:t>
            </a:r>
            <a:r>
              <a:rPr lang="en-US" dirty="0"/>
              <a:t> </a:t>
            </a:r>
            <a:r>
              <a:rPr lang="en-US" dirty="0" err="1"/>
              <a:t>người</a:t>
            </a:r>
            <a:r>
              <a:rPr lang="en-US" dirty="0"/>
              <a:t> </a:t>
            </a:r>
            <a:r>
              <a:rPr lang="en-US" dirty="0" err="1"/>
              <a:t>dùng</a:t>
            </a:r>
            <a:endParaRPr lang="en-US" dirty="0"/>
          </a:p>
          <a:p>
            <a:r>
              <a:rPr lang="en-US" dirty="0" err="1"/>
              <a:t>Nghiên</a:t>
            </a:r>
            <a:r>
              <a:rPr lang="en-US" dirty="0"/>
              <a:t> </a:t>
            </a:r>
            <a:r>
              <a:rPr lang="en-US" dirty="0" err="1"/>
              <a:t>cứu</a:t>
            </a:r>
            <a:r>
              <a:rPr lang="en-US" dirty="0"/>
              <a:t> </a:t>
            </a:r>
            <a:r>
              <a:rPr lang="en-US" dirty="0" err="1"/>
              <a:t>thay</a:t>
            </a:r>
            <a:r>
              <a:rPr lang="en-US" dirty="0"/>
              <a:t> </a:t>
            </a:r>
            <a:r>
              <a:rPr lang="en-US" dirty="0" err="1"/>
              <a:t>đổi</a:t>
            </a:r>
            <a:r>
              <a:rPr lang="en-US" dirty="0"/>
              <a:t> </a:t>
            </a:r>
            <a:r>
              <a:rPr lang="en-US" dirty="0" err="1"/>
              <a:t>xét</a:t>
            </a:r>
            <a:r>
              <a:rPr lang="en-US" dirty="0"/>
              <a:t> </a:t>
            </a:r>
            <a:r>
              <a:rPr lang="en-US" dirty="0" err="1"/>
              <a:t>bằng</a:t>
            </a:r>
            <a:r>
              <a:rPr lang="en-US" dirty="0"/>
              <a:t> </a:t>
            </a:r>
            <a:r>
              <a:rPr lang="en-US" dirty="0" err="1"/>
              <a:t>sô</a:t>
            </a:r>
            <a:r>
              <a:rPr lang="en-US" dirty="0"/>
              <a:t>́ </a:t>
            </a:r>
            <a:r>
              <a:rPr lang="en-US" dirty="0" err="1"/>
              <a:t>bốc</a:t>
            </a:r>
            <a:r>
              <a:rPr lang="en-US" dirty="0"/>
              <a:t> </a:t>
            </a:r>
            <a:r>
              <a:rPr lang="en-US" dirty="0" err="1"/>
              <a:t>thăm</a:t>
            </a:r>
            <a:r>
              <a:rPr lang="en-US" dirty="0"/>
              <a:t> </a:t>
            </a:r>
            <a:r>
              <a:rPr lang="en-US" dirty="0" err="1"/>
              <a:t>bằng</a:t>
            </a:r>
            <a:r>
              <a:rPr lang="en-US" dirty="0"/>
              <a:t> </a:t>
            </a:r>
            <a:r>
              <a:rPr lang="en-US" dirty="0" err="1"/>
              <a:t>cách</a:t>
            </a:r>
            <a:r>
              <a:rPr lang="en-US" dirty="0"/>
              <a:t> </a:t>
            </a:r>
            <a:r>
              <a:rPr lang="en-US" dirty="0" err="1"/>
              <a:t>khác</a:t>
            </a:r>
            <a:r>
              <a:rPr lang="en-US" dirty="0"/>
              <a:t> </a:t>
            </a:r>
          </a:p>
          <a:p>
            <a:endParaRPr lang="en-US" dirty="0"/>
          </a:p>
        </p:txBody>
      </p:sp>
    </p:spTree>
    <p:extLst>
      <p:ext uri="{BB962C8B-B14F-4D97-AF65-F5344CB8AC3E}">
        <p14:creationId xmlns:p14="http://schemas.microsoft.com/office/powerpoint/2010/main" val="1964196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603B36-5E03-9395-91DE-0CF6E483CB11}"/>
              </a:ext>
            </a:extLst>
          </p:cNvPr>
          <p:cNvSpPr>
            <a:spLocks noGrp="1"/>
          </p:cNvSpPr>
          <p:nvPr>
            <p:ph type="title"/>
          </p:nvPr>
        </p:nvSpPr>
        <p:spPr>
          <a:xfrm>
            <a:off x="640080" y="325369"/>
            <a:ext cx="4368602" cy="1956841"/>
          </a:xfrm>
        </p:spPr>
        <p:txBody>
          <a:bodyPr anchor="b">
            <a:normAutofit/>
          </a:bodyPr>
          <a:lstStyle/>
          <a:p>
            <a:r>
              <a:rPr lang="en-US" sz="4200"/>
              <a:t>Cảm ơn mọi người đã lắng nghe </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5F9CFC5-6AAB-5EC3-3C4C-D733C245024A}"/>
              </a:ext>
            </a:extLst>
          </p:cNvPr>
          <p:cNvSpPr>
            <a:spLocks noGrp="1"/>
          </p:cNvSpPr>
          <p:nvPr>
            <p:ph idx="1"/>
          </p:nvPr>
        </p:nvSpPr>
        <p:spPr>
          <a:xfrm>
            <a:off x="640080" y="2872899"/>
            <a:ext cx="4243589" cy="3320668"/>
          </a:xfrm>
        </p:spPr>
        <p:txBody>
          <a:bodyPr>
            <a:normAutofit/>
          </a:bodyPr>
          <a:lstStyle/>
          <a:p>
            <a:r>
              <a:rPr lang="en-US" sz="2200"/>
              <a:t>Cảm ơn mọi người đã dành thời gian </a:t>
            </a:r>
          </a:p>
        </p:txBody>
      </p:sp>
      <p:pic>
        <p:nvPicPr>
          <p:cNvPr id="5" name="Picture 4" descr="Hơn 97.000 Thank You ảnh, hình chụp &amp; hình ảnh trả phí bản quyền một lần sẵn có - iStock">
            <a:extLst>
              <a:ext uri="{FF2B5EF4-FFF2-40B4-BE49-F238E27FC236}">
                <a16:creationId xmlns:a16="http://schemas.microsoft.com/office/drawing/2014/main" id="{049FC74D-749F-A52B-80D1-3EA68BD331A5}"/>
              </a:ext>
            </a:extLst>
          </p:cNvPr>
          <p:cNvPicPr>
            <a:picLocks noChangeAspect="1"/>
          </p:cNvPicPr>
          <p:nvPr/>
        </p:nvPicPr>
        <p:blipFill>
          <a:blip r:embed="rId2"/>
          <a:srcRect b="30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6739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1059</Words>
  <Application>Microsoft Office PowerPoint</Application>
  <PresentationFormat>Widescreen</PresentationFormat>
  <Paragraphs>105</Paragraphs>
  <Slides>13</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Office Theme</vt:lpstr>
      <vt:lpstr>Thuyết trình về cuộc thi khoa học kỹ thuật</vt:lpstr>
      <vt:lpstr>Nội dung </vt:lpstr>
      <vt:lpstr>1. Bài toán sắp xếp CLB</vt:lpstr>
      <vt:lpstr>2. Giải pháp với 3 bước đơn giản</vt:lpstr>
      <vt:lpstr>Năm bước thao tác</vt:lpstr>
      <vt:lpstr>Cách CLB xác định học sinh</vt:lpstr>
      <vt:lpstr>Phần mềm vận hành qua 6 bước</vt:lpstr>
      <vt:lpstr>Thông số đầu đủ</vt:lpstr>
      <vt:lpstr>Thử nghiệm với 140 HS, 12 CLB, 150 suất</vt:lpstr>
      <vt:lpstr>Số liệu chứng minh công bằng</vt:lpstr>
      <vt:lpstr>Phù hợp với nhiều cách tổ chức </vt:lpstr>
      <vt:lpstr>Định hướng tương lai </vt:lpstr>
      <vt:lpstr>Cảm ơn mọi người đã lắng nghe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Truong-Nguyen Phan Van:C161801085</dc:creator>
  <cp:lastModifiedBy>Truong-Nguyen Phan Van:C161801085</cp:lastModifiedBy>
  <cp:revision>6</cp:revision>
  <dcterms:created xsi:type="dcterms:W3CDTF">2026-09-24T15:04:08Z</dcterms:created>
  <dcterms:modified xsi:type="dcterms:W3CDTF">2026-09-25T01:26:10Z</dcterms:modified>
</cp:coreProperties>
</file>