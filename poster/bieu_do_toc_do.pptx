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9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Trung vị (giây)</c:v>
                </c:pt>
              </c:strCache>
            </c:strRef>
          </c:tx>
          <c:spPr>
            <a:solidFill>
              <a:srgbClr val="27805A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t>0,19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0,44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0,94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1,99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6,25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200 em</c:v>
                </c:pt>
                <c:pt idx="1">
                  <c:v>500 em</c:v>
                </c:pt>
                <c:pt idx="2">
                  <c:v>1 000 em</c:v>
                </c:pt>
                <c:pt idx="3">
                  <c:v>2 000 em</c:v>
                </c:pt>
                <c:pt idx="4">
                  <c:v>5 000 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</c:v>
                </c:pt>
                <c:pt idx="1">
                  <c:v>0.44</c:v>
                </c:pt>
                <c:pt idx="2">
                  <c:v>0.94</c:v>
                </c:pt>
                <c:pt idx="3">
                  <c:v>1.99</c:v>
                </c:pt>
                <c:pt idx="4">
                  <c:v>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Lần chậm nhất (giây)</c:v>
                </c:pt>
              </c:strCache>
            </c:strRef>
          </c:tx>
          <c:spPr>
            <a:solidFill>
              <a:srgbClr val="B9BEC3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t>0,26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0,63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1,28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2,80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11,52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200 em</c:v>
                </c:pt>
                <c:pt idx="1">
                  <c:v>500 em</c:v>
                </c:pt>
                <c:pt idx="2">
                  <c:v>1 000 em</c:v>
                </c:pt>
                <c:pt idx="3">
                  <c:v>2 000 em</c:v>
                </c:pt>
                <c:pt idx="4">
                  <c:v>5 000 em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</c:v>
                </c:pt>
                <c:pt idx="1">
                  <c:v>0.63</c:v>
                </c:pt>
                <c:pt idx="2">
                  <c:v>1.28</c:v>
                </c:pt>
                <c:pt idx="3">
                  <c:v>2.8</c:v>
                </c:pt>
                <c:pt idx="4">
                  <c:v>11.52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BDCD5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400">
          <a:latin typeface="IBM Plex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33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321"/>
                </a:solidFill>
                <a:latin typeface="Be Vietnam Pro"/>
              </a:rPr>
              <a:t>Bao lâu để xếp xong?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36000"/>
            <a:ext cx="13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570"/>
                </a:solidFill>
                <a:latin typeface="IBM Plex Sans"/>
              </a:rPr>
              <a:t>Tổng thời gian nhập, xếp và xuất tệp (trung vị, giây) · 204 lần chạy mô phỏng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1440000"/>
          <a:ext cx="13320000" cy="64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8136000"/>
            <a:ext cx="13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929A"/>
                </a:solidFill>
                <a:latin typeface="IBM Plex Sans"/>
              </a:rPr>
              <a:t>Đo trên một máy tính · dữ liệu mô phỏng — nguồn: du_lieu_test/thu_tai/ket_qua_thu_tai.csv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