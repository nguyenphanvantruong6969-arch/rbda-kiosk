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9979650" y="17755650"/>
            <a:ext cx="2056500" cy="38388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01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90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90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số chỗ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90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90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90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90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90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90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90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2036149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447450" y="17755650"/>
            <a:ext cx="3975900" cy="38388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6256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16037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Xếp ưu tiên ở mỗi CLB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6668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· em đã thi CLB đó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6668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điểm cao xếp trước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6668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bằng điểm → số bốc thăm nhỏ trước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6668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2 · em không thi CLB đó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6668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theo số bốc thăm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668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luôn đứng trước tầng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668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668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CLB không biết em chọn mình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8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là nguyện vọng thứ mấy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642335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6834650" y="17755650"/>
            <a:ext cx="5278350" cy="3838800"/>
          </a:xfrm>
          <a:prstGeom prst="roundRect">
            <a:avLst>
              <a:gd name="adj" fmla="val 3214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0128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47570" y="1800243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54010" y="185014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1. Em nộp vào nguyện vọng cao nhất còn mở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54010" y="187893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2. CLB giữ tạm các em ưu tiên cao nhất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54010" y="190772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3. Em bị trả lại nộp nguyện vọng kế tiếp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054010" y="193652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4. Lặp đến khi không còn ai phải nộp lại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7054010" y="19949250"/>
            <a:ext cx="4839630" cy="1466970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273370" y="201768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1" i="0">
                <a:solidFill>
                  <a:srgbClr val="1C2321"/>
                </a:solidFill>
                <a:latin typeface="Be Vietnam Pro"/>
              </a:rPr>
              <a:t>Suất dự trữ — xét hai lượt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73370" y="206114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1 · chỉ xét em thuộc diện dự trữ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73370" y="2087193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2 · xét chung phần chỗ còn lại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73370" y="2113242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Dư suất dự trữ → tự chuyển sang xét chung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2211300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524300" y="17755650"/>
            <a:ext cx="3496050" cy="205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70253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23722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4366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Tìm cặp phá vỡ: em thích CLB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4366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khác hơn và CLB đó cũng nhận 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74366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Yêu cầu: 0 cặp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24162645" y="19812150"/>
            <a:ext cx="219360" cy="3427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524300" y="20154900"/>
            <a:ext cx="3496050" cy="1439550"/>
          </a:xfrm>
          <a:prstGeom prst="roundRect">
            <a:avLst>
              <a:gd name="adj" fmla="val 8571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743660" y="2038797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743660" y="208870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743660" y="211749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Xuất danh sách từng CLB</a:t>
            </a:r>
          </a:p>
        </p:txBody>
      </p:sp>
      <p:sp>
        <p:nvSpPr>
          <p:cNvPr id="93" name="Down Arrow 92"/>
          <p:cNvSpPr/>
          <p:nvPr/>
        </p:nvSpPr>
        <p:spPr>
          <a:xfrm>
            <a:off x="14325720" y="21594450"/>
            <a:ext cx="219360" cy="41130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979650" y="22005750"/>
            <a:ext cx="16040700" cy="2193600"/>
          </a:xfrm>
          <a:prstGeom prst="roundRect">
            <a:avLst>
              <a:gd name="adj" fmla="val 5625"/>
            </a:avLst>
          </a:prstGeom>
          <a:solidFill>
            <a:srgbClr val="F1DFB8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99010" y="2220865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Bốc thăm hoạt động thế nào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9901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837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Một em · một số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1837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Bốc một lần cho mỗi học sinh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837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Dùng chung cho mọi CLB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1837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Số nhỏ hơn → ưu tiên hơn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14749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36685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Chỉ dùng khi hoà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6685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Hai em bằng điểm ở cùng CLB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36685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hoặc em không thi CLB đó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36685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Điểm luôn quyết định trước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809597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31533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Kiểm tra lại được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31533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Không phụ thuộc thứ tự nhập tên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31533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Cùng dữ liệu + cùng hạt giống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1533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→ ra đúng một kết quả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4445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6381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Khoá sau khi bốc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26381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Em thêm muộn chèn vào vị trí ngẫu nhiên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26381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Thứ tự các em cũ giữ nguyên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26381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Muốn bốc lại phải bấm "Vẽ lại"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79650" y="24291207"/>
            <a:ext cx="180000" cy="2138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95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774000" y="24686100"/>
            <a:ext cx="16452000" cy="1269899"/>
          </a:xfrm>
          <a:prstGeom prst="roundRect">
            <a:avLst>
              <a:gd name="adj" fmla="val 850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54000" y="24830100"/>
            <a:ext cx="16092000" cy="981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122" name="Oval 121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25" name="Oval 124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28" name="Oval 127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31" name="Oval 130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37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41" name="Chart 140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38" name="TextBox 137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42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46" name="Chart 145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43" name="TextBox 142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hạt giống bốc thăm 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