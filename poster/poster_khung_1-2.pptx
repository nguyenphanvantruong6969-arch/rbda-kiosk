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 / 1 400 em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258 / 1 400 em (18,43%)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Phần mềm (RB-DA)</c:v>
                </c:pt>
                <c:pt idx="1">
                  <c:v>Cơ chế Boston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7FAE95"/>
              </a:solidFill>
            </c:spPr>
          </c:dPt>
          <c:dPt>
            <c:idx val="2"/>
            <c:spPr>
              <a:solidFill>
                <a:srgbClr val="7FAE95"/>
              </a:solidFill>
            </c:spPr>
          </c:dPt>
          <c:dPt>
            <c:idx val="3"/>
            <c:spPr>
              <a:solidFill>
                <a:srgbClr val="7FAE9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64 em · 59%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28 em · 26%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10 em · 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 em · 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lần bốc thăm,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10048200" y="19537950"/>
            <a:ext cx="2604900" cy="20565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94980" y="198011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94980" y="203564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4980" y="207266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94980" y="2109677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2653100" y="20456520"/>
            <a:ext cx="4798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132950" y="19537950"/>
            <a:ext cx="3290400" cy="205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3324889" y="19743600"/>
            <a:ext cx="438720" cy="43872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00710" y="198011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Xếp ưu tiên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379730" y="203564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Đã thi → theo điểm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379730" y="207266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Bằng điểm → bốc thăm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379730" y="2109677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Không thi → bốc thăm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16423350" y="20456520"/>
            <a:ext cx="4798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6903200" y="18372600"/>
            <a:ext cx="5346900" cy="4387200"/>
          </a:xfrm>
          <a:prstGeom prst="roundRect">
            <a:avLst>
              <a:gd name="adj" fmla="val 2812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095140" y="18578250"/>
            <a:ext cx="438720" cy="43872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670960" y="1863583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149980" y="1919108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Học sinh nộp theo nguyện vọng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149980" y="1956125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CLB giữ tạm các em ưu tiên cao nhất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149980" y="1993142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Em bị trả lại nộp nguyện vọng kế tiếp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7149980" y="20771850"/>
            <a:ext cx="4853340" cy="171375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396760" y="210350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Suất dự trữ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396760" y="215903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Giữ chỗ cho nhóm ưu tiên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396760" y="219605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Không đủ người → trả về xét chung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22250100" y="20456520"/>
            <a:ext cx="4798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22729950" y="18921000"/>
            <a:ext cx="329040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921890" y="19126650"/>
            <a:ext cx="438720" cy="43872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497710" y="1918423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976730" y="1973948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Không còn cặp phá vỡ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24265470" y="20292000"/>
            <a:ext cx="219360" cy="4798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729950" y="20771850"/>
            <a:ext cx="3290400" cy="1713750"/>
          </a:xfrm>
          <a:prstGeom prst="roundRect">
            <a:avLst>
              <a:gd name="adj" fmla="val 72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976730" y="210350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976730" y="215903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976730" y="219605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Danh sách từng CLB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48200" y="2321634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74000" y="23863500"/>
            <a:ext cx="16452000" cy="2092499"/>
          </a:xfrm>
          <a:prstGeom prst="roundRect">
            <a:avLst>
              <a:gd name="adj" fmla="val 516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54000" y="24007500"/>
            <a:ext cx="16092000" cy="180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83" name="Oval 82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86" name="Oval 85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89" name="Oval 88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92" name="Oval 91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98" name="Bieu do khai gian"/>
          <p:cNvGrpSpPr/>
          <p:nvPr/>
        </p:nvGrpSpPr>
        <p:grpSpPr>
          <a:xfrm>
            <a:off x="27958050" y="13202212"/>
            <a:ext cx="6993899" cy="2208600"/>
            <a:chOff x="27958050" y="13202212"/>
            <a:chExt cx="6993899" cy="2208600"/>
          </a:xfrm>
        </p:grpSpPr>
        <p:graphicFrame>
          <p:nvGraphicFramePr>
            <p:cNvPr id="102" name="Chart 101"/>
            <p:cNvGraphicFramePr>
              <a:graphicFrameLocks noGrp="1"/>
            </p:cNvGraphicFramePr>
            <p:nvPr/>
          </p:nvGraphicFramePr>
          <p:xfrm>
            <a:off x="27958050" y="13202212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99" name="TextBox 98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Số em khai sai nguyện vọng mà được lợi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Vét cạn mọi cách khai của từng em · 200 thể hiện, 1 400 lượt học sinh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050075" y="15541488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TN3</a:t>
            </a:r>
          </a:p>
        </p:txBody>
      </p:sp>
      <p:grpSp>
        <p:nvGrpSpPr>
          <p:cNvPr id="103" name="Bieu do nguyen vong"/>
          <p:cNvGrpSpPr/>
          <p:nvPr/>
        </p:nvGrpSpPr>
        <p:grpSpPr>
          <a:xfrm>
            <a:off x="27958050" y="16797150"/>
            <a:ext cx="6993899" cy="3404924"/>
            <a:chOff x="27958050" y="16797150"/>
            <a:chExt cx="6993899" cy="3404924"/>
          </a:xfrm>
        </p:grpSpPr>
        <p:graphicFrame>
          <p:nvGraphicFramePr>
            <p:cNvPr id="107" name="Chart 106"/>
            <p:cNvGraphicFramePr>
              <a:graphicFrameLocks noGrp="1"/>
            </p:cNvGraphicFramePr>
            <p:nvPr/>
          </p:nvGraphicFramePr>
          <p:xfrm>
            <a:off x="27958050" y="16797150"/>
            <a:ext cx="6993899" cy="3404924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04" name="TextBox 103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Được xếp vào nguyện vọng thứ mấy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108 em được xếp · bộ 120 học sinh, 10 CLB · hạt giống bốc thăm 42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2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với học sinh? ]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